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Rendement annualisé (test)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Suivre le HMM</c:v>
                  </c:pt>
                  <c:pt idx="1">
                    <c:v>Régimes au hasard</c:v>
                  </c:pt>
                  <c:pt idx="2">
                    <c:v>CAC 40</c:v>
                  </c:pt>
                  <c:pt idx="3">
                    <c:v>1/3 par panier (sans HMM)</c:v>
                  </c:pt>
                  <c:pt idx="4">
                    <c:v>Faire l'inverse du HMM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</c:v>
                </c:pt>
                <c:pt idx="1">
                  <c:v>4.7</c:v>
                </c:pt>
                <c:pt idx="2">
                  <c:v>6.1</c:v>
                </c:pt>
                <c:pt idx="3">
                  <c:v>7.2</c:v>
                </c:pt>
                <c:pt idx="4">
                  <c:v>9.7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Stratégie de rebond</c:v>
                </c:pt>
              </c:strCache>
            </c:strRef>
          </c:tx>
          <c:spPr>
            <a:solidFill>
              <a:srgbClr val="34D399"/>
            </a:solidFill>
            <a:ln w="19050" cap="flat">
              <a:solidFill>
                <a:srgbClr val="34D3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4D399"/>
              </a:solidFill>
              <a:ln w="9525" cap="flat">
                <a:solidFill>
                  <a:srgbClr val="34D3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Sheet1!$A$2:$A$412</c:f>
              <c:multiLvlStrCache>
                <c:ptCount val="411"/>
                <c:lvl>
                  <c:pt idx="0">
                    <c:v>2018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2019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>2020</c:v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>2021</c:v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>2022</c:v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>2023</c:v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>2024</c:v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>2025</c:v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>2026</c:v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  <c:pt idx="398">
                    <c:v/>
                  </c:pt>
                  <c:pt idx="399">
                    <c:v/>
                  </c:pt>
                  <c:pt idx="400">
                    <c:v/>
                  </c:pt>
                  <c:pt idx="401">
                    <c:v/>
                  </c:pt>
                  <c:pt idx="402">
                    <c:v/>
                  </c:pt>
                  <c:pt idx="403">
                    <c:v/>
                  </c:pt>
                  <c:pt idx="404">
                    <c:v/>
                  </c:pt>
                  <c:pt idx="405">
                    <c:v/>
                  </c:pt>
                  <c:pt idx="406">
                    <c:v/>
                  </c:pt>
                  <c:pt idx="407">
                    <c:v/>
                  </c:pt>
                  <c:pt idx="408">
                    <c:v/>
                  </c:pt>
                  <c:pt idx="409">
                    <c:v/>
                  </c:pt>
                  <c:pt idx="410">
                    <c:v/>
                  </c:pt>
                </c:lvl>
              </c:multiLvlStrCache>
            </c:multiLvlStrRef>
          </c:cat>
          <c:val>
            <c:numRef>
              <c:f>Sheet1!$B$2:$B$412</c:f>
              <c:numCache>
                <c:formatCode>General</c:formatCode>
                <c:ptCount val="411"/>
                <c:pt idx="0">
                  <c:v>0.994</c:v>
                </c:pt>
                <c:pt idx="1">
                  <c:v>1.004</c:v>
                </c:pt>
                <c:pt idx="2">
                  <c:v>0.979</c:v>
                </c:pt>
                <c:pt idx="3">
                  <c:v>0.954</c:v>
                </c:pt>
                <c:pt idx="4">
                  <c:v>0.977</c:v>
                </c:pt>
                <c:pt idx="5">
                  <c:v>0.933</c:v>
                </c:pt>
                <c:pt idx="6">
                  <c:v>0.948</c:v>
                </c:pt>
                <c:pt idx="7">
                  <c:v>0.921</c:v>
                </c:pt>
                <c:pt idx="8">
                  <c:v>0.917</c:v>
                </c:pt>
                <c:pt idx="9">
                  <c:v>0.933</c:v>
                </c:pt>
                <c:pt idx="10">
                  <c:v>0.943</c:v>
                </c:pt>
                <c:pt idx="11">
                  <c:v>0.968</c:v>
                </c:pt>
                <c:pt idx="12">
                  <c:v>0.981</c:v>
                </c:pt>
                <c:pt idx="13">
                  <c:v>0.986</c:v>
                </c:pt>
                <c:pt idx="14">
                  <c:v>0.975</c:v>
                </c:pt>
                <c:pt idx="15">
                  <c:v>0.994</c:v>
                </c:pt>
                <c:pt idx="16">
                  <c:v>1.003</c:v>
                </c:pt>
                <c:pt idx="17">
                  <c:v>1.006</c:v>
                </c:pt>
                <c:pt idx="18">
                  <c:v>1.006</c:v>
                </c:pt>
                <c:pt idx="19">
                  <c:v>1.029</c:v>
                </c:pt>
                <c:pt idx="20">
                  <c:v>1.01</c:v>
                </c:pt>
                <c:pt idx="21">
                  <c:v>1.012</c:v>
                </c:pt>
                <c:pt idx="22">
                  <c:v>1.023</c:v>
                </c:pt>
                <c:pt idx="23">
                  <c:v>1.024</c:v>
                </c:pt>
                <c:pt idx="24">
                  <c:v>1.033</c:v>
                </c:pt>
                <c:pt idx="25">
                  <c:v>1.039</c:v>
                </c:pt>
                <c:pt idx="26">
                  <c:v>1.03</c:v>
                </c:pt>
                <c:pt idx="27">
                  <c:v>1.011</c:v>
                </c:pt>
                <c:pt idx="28">
                  <c:v>1.026</c:v>
                </c:pt>
                <c:pt idx="29">
                  <c:v>1.016</c:v>
                </c:pt>
                <c:pt idx="30">
                  <c:v>1.007</c:v>
                </c:pt>
                <c:pt idx="31">
                  <c:v>1.029</c:v>
                </c:pt>
                <c:pt idx="32">
                  <c:v>1.043</c:v>
                </c:pt>
                <c:pt idx="33">
                  <c:v>1.082</c:v>
                </c:pt>
                <c:pt idx="34">
                  <c:v>1.097</c:v>
                </c:pt>
                <c:pt idx="35">
                  <c:v>1.114</c:v>
                </c:pt>
                <c:pt idx="36">
                  <c:v>1.113</c:v>
                </c:pt>
                <c:pt idx="37">
                  <c:v>1.101</c:v>
                </c:pt>
                <c:pt idx="38">
                  <c:v>1.116</c:v>
                </c:pt>
                <c:pt idx="39">
                  <c:v>1.093</c:v>
                </c:pt>
                <c:pt idx="40">
                  <c:v>1.08</c:v>
                </c:pt>
                <c:pt idx="41">
                  <c:v>1.088</c:v>
                </c:pt>
                <c:pt idx="42">
                  <c:v>1.089</c:v>
                </c:pt>
                <c:pt idx="43">
                  <c:v>1.109</c:v>
                </c:pt>
                <c:pt idx="44">
                  <c:v>1.138</c:v>
                </c:pt>
                <c:pt idx="45">
                  <c:v>1.155</c:v>
                </c:pt>
                <c:pt idx="46">
                  <c:v>1.138</c:v>
                </c:pt>
                <c:pt idx="47">
                  <c:v>1.125</c:v>
                </c:pt>
                <c:pt idx="48">
                  <c:v>1.103</c:v>
                </c:pt>
                <c:pt idx="49">
                  <c:v>1.123</c:v>
                </c:pt>
                <c:pt idx="50">
                  <c:v>1.111</c:v>
                </c:pt>
                <c:pt idx="51">
                  <c:v>1.114</c:v>
                </c:pt>
                <c:pt idx="52">
                  <c:v>1.113</c:v>
                </c:pt>
                <c:pt idx="53">
                  <c:v>1.116</c:v>
                </c:pt>
                <c:pt idx="54">
                  <c:v>1.124</c:v>
                </c:pt>
                <c:pt idx="55">
                  <c:v>1.124</c:v>
                </c:pt>
                <c:pt idx="56">
                  <c:v>1.127</c:v>
                </c:pt>
                <c:pt idx="57">
                  <c:v>1.116</c:v>
                </c:pt>
                <c:pt idx="58">
                  <c:v>1.122</c:v>
                </c:pt>
                <c:pt idx="59">
                  <c:v>1.134</c:v>
                </c:pt>
                <c:pt idx="60">
                  <c:v>1.135</c:v>
                </c:pt>
                <c:pt idx="61">
                  <c:v>1.133</c:v>
                </c:pt>
                <c:pt idx="62">
                  <c:v>1.136</c:v>
                </c:pt>
                <c:pt idx="63">
                  <c:v>1.155</c:v>
                </c:pt>
                <c:pt idx="64">
                  <c:v>1.161</c:v>
                </c:pt>
                <c:pt idx="65">
                  <c:v>1.142</c:v>
                </c:pt>
                <c:pt idx="66">
                  <c:v>1.186</c:v>
                </c:pt>
                <c:pt idx="67">
                  <c:v>1.202</c:v>
                </c:pt>
                <c:pt idx="68">
                  <c:v>1.193</c:v>
                </c:pt>
                <c:pt idx="69">
                  <c:v>1.061</c:v>
                </c:pt>
                <c:pt idx="70">
                  <c:v>1.023</c:v>
                </c:pt>
                <c:pt idx="71">
                  <c:v>0.82</c:v>
                </c:pt>
                <c:pt idx="72">
                  <c:v>0.794</c:v>
                </c:pt>
                <c:pt idx="73">
                  <c:v>0.844</c:v>
                </c:pt>
                <c:pt idx="74">
                  <c:v>0.801</c:v>
                </c:pt>
                <c:pt idx="75">
                  <c:v>0.898</c:v>
                </c:pt>
                <c:pt idx="76">
                  <c:v>0.889</c:v>
                </c:pt>
                <c:pt idx="77">
                  <c:v>0.866</c:v>
                </c:pt>
                <c:pt idx="78">
                  <c:v>0.903</c:v>
                </c:pt>
                <c:pt idx="79">
                  <c:v>0.904</c:v>
                </c:pt>
                <c:pt idx="80">
                  <c:v>0.832</c:v>
                </c:pt>
                <c:pt idx="81">
                  <c:v>0.871</c:v>
                </c:pt>
                <c:pt idx="82">
                  <c:v>0.93</c:v>
                </c:pt>
                <c:pt idx="83">
                  <c:v>1.091</c:v>
                </c:pt>
                <c:pt idx="84">
                  <c:v>0.982</c:v>
                </c:pt>
                <c:pt idx="85">
                  <c:v>0.999</c:v>
                </c:pt>
                <c:pt idx="86">
                  <c:v>0.983</c:v>
                </c:pt>
                <c:pt idx="87">
                  <c:v>1.027</c:v>
                </c:pt>
                <c:pt idx="88">
                  <c:v>1.021</c:v>
                </c:pt>
                <c:pt idx="89">
                  <c:v>1.047</c:v>
                </c:pt>
                <c:pt idx="90">
                  <c:v>1.028</c:v>
                </c:pt>
                <c:pt idx="91">
                  <c:v>0.959</c:v>
                </c:pt>
                <c:pt idx="92">
                  <c:v>0.989</c:v>
                </c:pt>
                <c:pt idx="93">
                  <c:v>1.004</c:v>
                </c:pt>
                <c:pt idx="94">
                  <c:v>0.99</c:v>
                </c:pt>
                <c:pt idx="95">
                  <c:v>1.01</c:v>
                </c:pt>
                <c:pt idx="96">
                  <c:v>1.006</c:v>
                </c:pt>
                <c:pt idx="97">
                  <c:v>1.012</c:v>
                </c:pt>
                <c:pt idx="98">
                  <c:v>1.002</c:v>
                </c:pt>
                <c:pt idx="99">
                  <c:v>0.949</c:v>
                </c:pt>
                <c:pt idx="100">
                  <c:v>0.967</c:v>
                </c:pt>
                <c:pt idx="101">
                  <c:v>1.004</c:v>
                </c:pt>
                <c:pt idx="102">
                  <c:v>1</c:v>
                </c:pt>
                <c:pt idx="103">
                  <c:v>1.003</c:v>
                </c:pt>
                <c:pt idx="104">
                  <c:v>0.932</c:v>
                </c:pt>
                <c:pt idx="105">
                  <c:v>1.004</c:v>
                </c:pt>
                <c:pt idx="106">
                  <c:v>1.092</c:v>
                </c:pt>
                <c:pt idx="107">
                  <c:v>1.114</c:v>
                </c:pt>
                <c:pt idx="108">
                  <c:v>1.133</c:v>
                </c:pt>
                <c:pt idx="109">
                  <c:v>1.167</c:v>
                </c:pt>
                <c:pt idx="110">
                  <c:v>1.119</c:v>
                </c:pt>
                <c:pt idx="111">
                  <c:v>1.127</c:v>
                </c:pt>
                <c:pt idx="112">
                  <c:v>1.134</c:v>
                </c:pt>
                <c:pt idx="113">
                  <c:v>1.124</c:v>
                </c:pt>
                <c:pt idx="114">
                  <c:v>1.163</c:v>
                </c:pt>
                <c:pt idx="115">
                  <c:v>1.153</c:v>
                </c:pt>
                <c:pt idx="116">
                  <c:v>1.176</c:v>
                </c:pt>
                <c:pt idx="117">
                  <c:v>1.149</c:v>
                </c:pt>
                <c:pt idx="118">
                  <c:v>1.192</c:v>
                </c:pt>
                <c:pt idx="119">
                  <c:v>1.2</c:v>
                </c:pt>
                <c:pt idx="120">
                  <c:v>1.204</c:v>
                </c:pt>
                <c:pt idx="121">
                  <c:v>1.167</c:v>
                </c:pt>
                <c:pt idx="122">
                  <c:v>1.178</c:v>
                </c:pt>
                <c:pt idx="123">
                  <c:v>1.222</c:v>
                </c:pt>
                <c:pt idx="124">
                  <c:v>1.233</c:v>
                </c:pt>
                <c:pt idx="125">
                  <c:v>1.242</c:v>
                </c:pt>
                <c:pt idx="126">
                  <c:v>1.264</c:v>
                </c:pt>
                <c:pt idx="127">
                  <c:v>1.286</c:v>
                </c:pt>
                <c:pt idx="128">
                  <c:v>1.301</c:v>
                </c:pt>
                <c:pt idx="129">
                  <c:v>1.309</c:v>
                </c:pt>
                <c:pt idx="130">
                  <c:v>1.292</c:v>
                </c:pt>
                <c:pt idx="131">
                  <c:v>1.307</c:v>
                </c:pt>
                <c:pt idx="132">
                  <c:v>1.302</c:v>
                </c:pt>
                <c:pt idx="133">
                  <c:v>1.322</c:v>
                </c:pt>
                <c:pt idx="134">
                  <c:v>1.337</c:v>
                </c:pt>
                <c:pt idx="135">
                  <c:v>1.345</c:v>
                </c:pt>
                <c:pt idx="136">
                  <c:v>1.361</c:v>
                </c:pt>
                <c:pt idx="137">
                  <c:v>1.363</c:v>
                </c:pt>
                <c:pt idx="138">
                  <c:v>1.389</c:v>
                </c:pt>
                <c:pt idx="139">
                  <c:v>1.385</c:v>
                </c:pt>
                <c:pt idx="140">
                  <c:v>1.385</c:v>
                </c:pt>
                <c:pt idx="141">
                  <c:v>1.391</c:v>
                </c:pt>
                <c:pt idx="142">
                  <c:v>1.402</c:v>
                </c:pt>
                <c:pt idx="143">
                  <c:v>1.403</c:v>
                </c:pt>
                <c:pt idx="144">
                  <c:v>1.453</c:v>
                </c:pt>
                <c:pt idx="145">
                  <c:v>1.466</c:v>
                </c:pt>
                <c:pt idx="146">
                  <c:v>1.403</c:v>
                </c:pt>
                <c:pt idx="147">
                  <c:v>1.429</c:v>
                </c:pt>
                <c:pt idx="148">
                  <c:v>1.423</c:v>
                </c:pt>
                <c:pt idx="149">
                  <c:v>1.414</c:v>
                </c:pt>
                <c:pt idx="150">
                  <c:v>1.4</c:v>
                </c:pt>
                <c:pt idx="151">
                  <c:v>1.4</c:v>
                </c:pt>
                <c:pt idx="152">
                  <c:v>1.345</c:v>
                </c:pt>
                <c:pt idx="153">
                  <c:v>1.345</c:v>
                </c:pt>
                <c:pt idx="154">
                  <c:v>1.371</c:v>
                </c:pt>
                <c:pt idx="155">
                  <c:v>1.388</c:v>
                </c:pt>
                <c:pt idx="156">
                  <c:v>1.385</c:v>
                </c:pt>
                <c:pt idx="157">
                  <c:v>1.417</c:v>
                </c:pt>
                <c:pt idx="158">
                  <c:v>1.442</c:v>
                </c:pt>
                <c:pt idx="159">
                  <c:v>1.463</c:v>
                </c:pt>
                <c:pt idx="160">
                  <c:v>1.414</c:v>
                </c:pt>
                <c:pt idx="161">
                  <c:v>1.396</c:v>
                </c:pt>
                <c:pt idx="162">
                  <c:v>1.438</c:v>
                </c:pt>
                <c:pt idx="163">
                  <c:v>1.433</c:v>
                </c:pt>
                <c:pt idx="164">
                  <c:v>1.448</c:v>
                </c:pt>
                <c:pt idx="165">
                  <c:v>1.461</c:v>
                </c:pt>
                <c:pt idx="166">
                  <c:v>1.473</c:v>
                </c:pt>
                <c:pt idx="167">
                  <c:v>1.455</c:v>
                </c:pt>
                <c:pt idx="168">
                  <c:v>1.44</c:v>
                </c:pt>
                <c:pt idx="169">
                  <c:v>1.407</c:v>
                </c:pt>
                <c:pt idx="170">
                  <c:v>1.413</c:v>
                </c:pt>
                <c:pt idx="171">
                  <c:v>1.433</c:v>
                </c:pt>
                <c:pt idx="172">
                  <c:v>1.411</c:v>
                </c:pt>
                <c:pt idx="173">
                  <c:v>1.391</c:v>
                </c:pt>
                <c:pt idx="174">
                  <c:v>1.23</c:v>
                </c:pt>
                <c:pt idx="175">
                  <c:v>1.284</c:v>
                </c:pt>
                <c:pt idx="176">
                  <c:v>1.368</c:v>
                </c:pt>
                <c:pt idx="177">
                  <c:v>1.343</c:v>
                </c:pt>
                <c:pt idx="178">
                  <c:v>1.363</c:v>
                </c:pt>
                <c:pt idx="179">
                  <c:v>1.284</c:v>
                </c:pt>
                <c:pt idx="180">
                  <c:v>1.307</c:v>
                </c:pt>
                <c:pt idx="181">
                  <c:v>1.322</c:v>
                </c:pt>
                <c:pt idx="182">
                  <c:v>1.301</c:v>
                </c:pt>
                <c:pt idx="183">
                  <c:v>1.23</c:v>
                </c:pt>
                <c:pt idx="184">
                  <c:v>1.24</c:v>
                </c:pt>
                <c:pt idx="185">
                  <c:v>1.231</c:v>
                </c:pt>
                <c:pt idx="186">
                  <c:v>1.268</c:v>
                </c:pt>
                <c:pt idx="187">
                  <c:v>1.253</c:v>
                </c:pt>
                <c:pt idx="188">
                  <c:v>1.188</c:v>
                </c:pt>
                <c:pt idx="189">
                  <c:v>1.122</c:v>
                </c:pt>
                <c:pt idx="190">
                  <c:v>1.138</c:v>
                </c:pt>
                <c:pt idx="191">
                  <c:v>1.098</c:v>
                </c:pt>
                <c:pt idx="192">
                  <c:v>1.112</c:v>
                </c:pt>
                <c:pt idx="193">
                  <c:v>1.12</c:v>
                </c:pt>
                <c:pt idx="194">
                  <c:v>1.165</c:v>
                </c:pt>
                <c:pt idx="195">
                  <c:v>1.219</c:v>
                </c:pt>
                <c:pt idx="196">
                  <c:v>1.223</c:v>
                </c:pt>
                <c:pt idx="197">
                  <c:v>1.238</c:v>
                </c:pt>
                <c:pt idx="198">
                  <c:v>1.229</c:v>
                </c:pt>
                <c:pt idx="199">
                  <c:v>1.182</c:v>
                </c:pt>
                <c:pt idx="200">
                  <c:v>1.168</c:v>
                </c:pt>
                <c:pt idx="201">
                  <c:v>1.176</c:v>
                </c:pt>
                <c:pt idx="202">
                  <c:v>1.145</c:v>
                </c:pt>
                <c:pt idx="203">
                  <c:v>1.084</c:v>
                </c:pt>
                <c:pt idx="204">
                  <c:v>1.082</c:v>
                </c:pt>
                <c:pt idx="205">
                  <c:v>1.1</c:v>
                </c:pt>
                <c:pt idx="206">
                  <c:v>1.119</c:v>
                </c:pt>
                <c:pt idx="207">
                  <c:v>1.142</c:v>
                </c:pt>
                <c:pt idx="208">
                  <c:v>1.192</c:v>
                </c:pt>
                <c:pt idx="209">
                  <c:v>1.197</c:v>
                </c:pt>
                <c:pt idx="210">
                  <c:v>1.235</c:v>
                </c:pt>
                <c:pt idx="211">
                  <c:v>1.234</c:v>
                </c:pt>
                <c:pt idx="212">
                  <c:v>1.253</c:v>
                </c:pt>
                <c:pt idx="213">
                  <c:v>1.255</c:v>
                </c:pt>
                <c:pt idx="214">
                  <c:v>1.234</c:v>
                </c:pt>
                <c:pt idx="215">
                  <c:v>1.195</c:v>
                </c:pt>
                <c:pt idx="216">
                  <c:v>1.215</c:v>
                </c:pt>
                <c:pt idx="217">
                  <c:v>1.205</c:v>
                </c:pt>
                <c:pt idx="218">
                  <c:v>1.286</c:v>
                </c:pt>
                <c:pt idx="219">
                  <c:v>1.313</c:v>
                </c:pt>
                <c:pt idx="220">
                  <c:v>1.311</c:v>
                </c:pt>
                <c:pt idx="221">
                  <c:v>1.329</c:v>
                </c:pt>
                <c:pt idx="222">
                  <c:v>1.34</c:v>
                </c:pt>
                <c:pt idx="223">
                  <c:v>1.332</c:v>
                </c:pt>
                <c:pt idx="224">
                  <c:v>1.378</c:v>
                </c:pt>
                <c:pt idx="225">
                  <c:v>1.394</c:v>
                </c:pt>
                <c:pt idx="226">
                  <c:v>1.387</c:v>
                </c:pt>
                <c:pt idx="227">
                  <c:v>1.38</c:v>
                </c:pt>
                <c:pt idx="228">
                  <c:v>1.338</c:v>
                </c:pt>
                <c:pt idx="229">
                  <c:v>1.356</c:v>
                </c:pt>
                <c:pt idx="230">
                  <c:v>1.399</c:v>
                </c:pt>
                <c:pt idx="231">
                  <c:v>1.403</c:v>
                </c:pt>
                <c:pt idx="232">
                  <c:v>1.435</c:v>
                </c:pt>
                <c:pt idx="233">
                  <c:v>1.461</c:v>
                </c:pt>
                <c:pt idx="234">
                  <c:v>1.448</c:v>
                </c:pt>
                <c:pt idx="235">
                  <c:v>1.422</c:v>
                </c:pt>
                <c:pt idx="236">
                  <c:v>1.414</c:v>
                </c:pt>
                <c:pt idx="237">
                  <c:v>1.41</c:v>
                </c:pt>
                <c:pt idx="238">
                  <c:v>1.384</c:v>
                </c:pt>
                <c:pt idx="239">
                  <c:v>1.373</c:v>
                </c:pt>
                <c:pt idx="240">
                  <c:v>1.358</c:v>
                </c:pt>
                <c:pt idx="241">
                  <c:v>1.389</c:v>
                </c:pt>
                <c:pt idx="242">
                  <c:v>1.35</c:v>
                </c:pt>
                <c:pt idx="243">
                  <c:v>1.389</c:v>
                </c:pt>
                <c:pt idx="244">
                  <c:v>1.338</c:v>
                </c:pt>
                <c:pt idx="245">
                  <c:v>1.371</c:v>
                </c:pt>
                <c:pt idx="246">
                  <c:v>1.393</c:v>
                </c:pt>
                <c:pt idx="247">
                  <c:v>1.383</c:v>
                </c:pt>
                <c:pt idx="248">
                  <c:v>1.346</c:v>
                </c:pt>
                <c:pt idx="249">
                  <c:v>1.35</c:v>
                </c:pt>
                <c:pt idx="250">
                  <c:v>1.326</c:v>
                </c:pt>
                <c:pt idx="251">
                  <c:v>1.341</c:v>
                </c:pt>
                <c:pt idx="252">
                  <c:v>1.35</c:v>
                </c:pt>
                <c:pt idx="253">
                  <c:v>1.352</c:v>
                </c:pt>
                <c:pt idx="254">
                  <c:v>1.372</c:v>
                </c:pt>
                <c:pt idx="255">
                  <c:v>1.343</c:v>
                </c:pt>
                <c:pt idx="256">
                  <c:v>1.331</c:v>
                </c:pt>
                <c:pt idx="257">
                  <c:v>1.312</c:v>
                </c:pt>
                <c:pt idx="258">
                  <c:v>1.325</c:v>
                </c:pt>
                <c:pt idx="259">
                  <c:v>1.286</c:v>
                </c:pt>
                <c:pt idx="260">
                  <c:v>1.294</c:v>
                </c:pt>
                <c:pt idx="261">
                  <c:v>1.356</c:v>
                </c:pt>
                <c:pt idx="262">
                  <c:v>1.349</c:v>
                </c:pt>
                <c:pt idx="263">
                  <c:v>1.405</c:v>
                </c:pt>
                <c:pt idx="264">
                  <c:v>1.416</c:v>
                </c:pt>
                <c:pt idx="265">
                  <c:v>1.433</c:v>
                </c:pt>
                <c:pt idx="266">
                  <c:v>1.436</c:v>
                </c:pt>
                <c:pt idx="267">
                  <c:v>1.428</c:v>
                </c:pt>
                <c:pt idx="268">
                  <c:v>1.437</c:v>
                </c:pt>
                <c:pt idx="269">
                  <c:v>1.428</c:v>
                </c:pt>
                <c:pt idx="270">
                  <c:v>1.433</c:v>
                </c:pt>
                <c:pt idx="271">
                  <c:v>1.458</c:v>
                </c:pt>
                <c:pt idx="272">
                  <c:v>1.442</c:v>
                </c:pt>
                <c:pt idx="273">
                  <c:v>1.457</c:v>
                </c:pt>
                <c:pt idx="274">
                  <c:v>1.425</c:v>
                </c:pt>
                <c:pt idx="275">
                  <c:v>1.41</c:v>
                </c:pt>
                <c:pt idx="276">
                  <c:v>1.434</c:v>
                </c:pt>
                <c:pt idx="277">
                  <c:v>1.448</c:v>
                </c:pt>
                <c:pt idx="278">
                  <c:v>1.425</c:v>
                </c:pt>
                <c:pt idx="279">
                  <c:v>1.443</c:v>
                </c:pt>
                <c:pt idx="280">
                  <c:v>1.457</c:v>
                </c:pt>
                <c:pt idx="281">
                  <c:v>1.472</c:v>
                </c:pt>
                <c:pt idx="282">
                  <c:v>1.478</c:v>
                </c:pt>
                <c:pt idx="283">
                  <c:v>1.465</c:v>
                </c:pt>
                <c:pt idx="284">
                  <c:v>1.451</c:v>
                </c:pt>
                <c:pt idx="285">
                  <c:v>1.448</c:v>
                </c:pt>
                <c:pt idx="286">
                  <c:v>1.465</c:v>
                </c:pt>
                <c:pt idx="287">
                  <c:v>1.449</c:v>
                </c:pt>
                <c:pt idx="288">
                  <c:v>1.496</c:v>
                </c:pt>
                <c:pt idx="289">
                  <c:v>1.485</c:v>
                </c:pt>
                <c:pt idx="290">
                  <c:v>1.467</c:v>
                </c:pt>
                <c:pt idx="291">
                  <c:v>1.453</c:v>
                </c:pt>
                <c:pt idx="292">
                  <c:v>1.441</c:v>
                </c:pt>
                <c:pt idx="293">
                  <c:v>1.348</c:v>
                </c:pt>
                <c:pt idx="294">
                  <c:v>1.365</c:v>
                </c:pt>
                <c:pt idx="295">
                  <c:v>1.333</c:v>
                </c:pt>
                <c:pt idx="296">
                  <c:v>1.377</c:v>
                </c:pt>
                <c:pt idx="297">
                  <c:v>1.383</c:v>
                </c:pt>
                <c:pt idx="298">
                  <c:v>1.36</c:v>
                </c:pt>
                <c:pt idx="299">
                  <c:v>1.368</c:v>
                </c:pt>
                <c:pt idx="300">
                  <c:v>1.355</c:v>
                </c:pt>
                <c:pt idx="301">
                  <c:v>1.35</c:v>
                </c:pt>
                <c:pt idx="302">
                  <c:v>1.374</c:v>
                </c:pt>
                <c:pt idx="303">
                  <c:v>1.385</c:v>
                </c:pt>
                <c:pt idx="304">
                  <c:v>1.406</c:v>
                </c:pt>
                <c:pt idx="305">
                  <c:v>1.397</c:v>
                </c:pt>
                <c:pt idx="306">
                  <c:v>1.41</c:v>
                </c:pt>
                <c:pt idx="307">
                  <c:v>1.416</c:v>
                </c:pt>
                <c:pt idx="308">
                  <c:v>1.421</c:v>
                </c:pt>
                <c:pt idx="309">
                  <c:v>1.378</c:v>
                </c:pt>
                <c:pt idx="310">
                  <c:v>1.381</c:v>
                </c:pt>
                <c:pt idx="311">
                  <c:v>1.399</c:v>
                </c:pt>
                <c:pt idx="312">
                  <c:v>1.356</c:v>
                </c:pt>
                <c:pt idx="313">
                  <c:v>1.341</c:v>
                </c:pt>
                <c:pt idx="314">
                  <c:v>1.34</c:v>
                </c:pt>
                <c:pt idx="315">
                  <c:v>1.326</c:v>
                </c:pt>
                <c:pt idx="316">
                  <c:v>1.331</c:v>
                </c:pt>
                <c:pt idx="317">
                  <c:v>1.307</c:v>
                </c:pt>
                <c:pt idx="318">
                  <c:v>1.328</c:v>
                </c:pt>
                <c:pt idx="319">
                  <c:v>1.328</c:v>
                </c:pt>
                <c:pt idx="320">
                  <c:v>1.306</c:v>
                </c:pt>
                <c:pt idx="321">
                  <c:v>1.318</c:v>
                </c:pt>
                <c:pt idx="322">
                  <c:v>1.317</c:v>
                </c:pt>
                <c:pt idx="323">
                  <c:v>1.331</c:v>
                </c:pt>
                <c:pt idx="324">
                  <c:v>1.364</c:v>
                </c:pt>
                <c:pt idx="325">
                  <c:v>1.376</c:v>
                </c:pt>
                <c:pt idx="326">
                  <c:v>1.417</c:v>
                </c:pt>
                <c:pt idx="327">
                  <c:v>1.426</c:v>
                </c:pt>
                <c:pt idx="328">
                  <c:v>1.439</c:v>
                </c:pt>
                <c:pt idx="329">
                  <c:v>1.443</c:v>
                </c:pt>
                <c:pt idx="330">
                  <c:v>1.472</c:v>
                </c:pt>
                <c:pt idx="331">
                  <c:v>1.525</c:v>
                </c:pt>
                <c:pt idx="332">
                  <c:v>1.528</c:v>
                </c:pt>
                <c:pt idx="333">
                  <c:v>1.537</c:v>
                </c:pt>
                <c:pt idx="334">
                  <c:v>1.541</c:v>
                </c:pt>
                <c:pt idx="335">
                  <c:v>1.469</c:v>
                </c:pt>
                <c:pt idx="336">
                  <c:v>1.433</c:v>
                </c:pt>
                <c:pt idx="337">
                  <c:v>1.485</c:v>
                </c:pt>
                <c:pt idx="338">
                  <c:v>1.507</c:v>
                </c:pt>
                <c:pt idx="339">
                  <c:v>1.579</c:v>
                </c:pt>
                <c:pt idx="340">
                  <c:v>1.59</c:v>
                </c:pt>
                <c:pt idx="341">
                  <c:v>1.617</c:v>
                </c:pt>
                <c:pt idx="342">
                  <c:v>1.563</c:v>
                </c:pt>
                <c:pt idx="343">
                  <c:v>1.583</c:v>
                </c:pt>
                <c:pt idx="344">
                  <c:v>1.566</c:v>
                </c:pt>
                <c:pt idx="345">
                  <c:v>1.57</c:v>
                </c:pt>
                <c:pt idx="346">
                  <c:v>1.545</c:v>
                </c:pt>
                <c:pt idx="347">
                  <c:v>1.539</c:v>
                </c:pt>
                <c:pt idx="348">
                  <c:v>1.549</c:v>
                </c:pt>
                <c:pt idx="349">
                  <c:v>1.552</c:v>
                </c:pt>
                <c:pt idx="350">
                  <c:v>1.549</c:v>
                </c:pt>
                <c:pt idx="351">
                  <c:v>1.566</c:v>
                </c:pt>
                <c:pt idx="352">
                  <c:v>1.542</c:v>
                </c:pt>
                <c:pt idx="353">
                  <c:v>1.562</c:v>
                </c:pt>
                <c:pt idx="354">
                  <c:v>1.6</c:v>
                </c:pt>
                <c:pt idx="355">
                  <c:v>1.61</c:v>
                </c:pt>
                <c:pt idx="356">
                  <c:v>1.539</c:v>
                </c:pt>
                <c:pt idx="357">
                  <c:v>1.531</c:v>
                </c:pt>
                <c:pt idx="358">
                  <c:v>1.558</c:v>
                </c:pt>
                <c:pt idx="359">
                  <c:v>1.548</c:v>
                </c:pt>
                <c:pt idx="360">
                  <c:v>1.553</c:v>
                </c:pt>
                <c:pt idx="361">
                  <c:v>1.586</c:v>
                </c:pt>
                <c:pt idx="362">
                  <c:v>1.562</c:v>
                </c:pt>
                <c:pt idx="363">
                  <c:v>1.593</c:v>
                </c:pt>
                <c:pt idx="364">
                  <c:v>1.632</c:v>
                </c:pt>
                <c:pt idx="365">
                  <c:v>1.607</c:v>
                </c:pt>
                <c:pt idx="366">
                  <c:v>1.586</c:v>
                </c:pt>
                <c:pt idx="367">
                  <c:v>1.607</c:v>
                </c:pt>
                <c:pt idx="368">
                  <c:v>1.577</c:v>
                </c:pt>
                <c:pt idx="369">
                  <c:v>1.594</c:v>
                </c:pt>
                <c:pt idx="370">
                  <c:v>1.604</c:v>
                </c:pt>
                <c:pt idx="371">
                  <c:v>1.6</c:v>
                </c:pt>
                <c:pt idx="372">
                  <c:v>1.616</c:v>
                </c:pt>
                <c:pt idx="373">
                  <c:v>1.602</c:v>
                </c:pt>
                <c:pt idx="374">
                  <c:v>1.619</c:v>
                </c:pt>
                <c:pt idx="375">
                  <c:v>1.66</c:v>
                </c:pt>
                <c:pt idx="376">
                  <c:v>1.652</c:v>
                </c:pt>
                <c:pt idx="377">
                  <c:v>1.636</c:v>
                </c:pt>
                <c:pt idx="378">
                  <c:v>1.662</c:v>
                </c:pt>
                <c:pt idx="379">
                  <c:v>1.697</c:v>
                </c:pt>
                <c:pt idx="380">
                  <c:v>1.726</c:v>
                </c:pt>
                <c:pt idx="381">
                  <c:v>1.764</c:v>
                </c:pt>
                <c:pt idx="382">
                  <c:v>1.806</c:v>
                </c:pt>
                <c:pt idx="383">
                  <c:v>1.708</c:v>
                </c:pt>
                <c:pt idx="384">
                  <c:v>1.719</c:v>
                </c:pt>
                <c:pt idx="385">
                  <c:v>1.68</c:v>
                </c:pt>
                <c:pt idx="386">
                  <c:v>1.668</c:v>
                </c:pt>
                <c:pt idx="387">
                  <c:v>1.746</c:v>
                </c:pt>
                <c:pt idx="388">
                  <c:v>1.816</c:v>
                </c:pt>
                <c:pt idx="389">
                  <c:v>1.913</c:v>
                </c:pt>
                <c:pt idx="390">
                  <c:v>1.871</c:v>
                </c:pt>
                <c:pt idx="391">
                  <c:v>1.884</c:v>
                </c:pt>
                <c:pt idx="392">
                  <c:v>1.889</c:v>
                </c:pt>
                <c:pt idx="393">
                  <c:v>1.874</c:v>
                </c:pt>
                <c:pt idx="394">
                  <c:v>1.897</c:v>
                </c:pt>
                <c:pt idx="395">
                  <c:v>1.904</c:v>
                </c:pt>
                <c:pt idx="396">
                  <c:v>1.883</c:v>
                </c:pt>
                <c:pt idx="397">
                  <c:v>1.93</c:v>
                </c:pt>
                <c:pt idx="398">
                  <c:v>1.934</c:v>
                </c:pt>
                <c:pt idx="399">
                  <c:v>1.899</c:v>
                </c:pt>
                <c:pt idx="400">
                  <c:v>1.891</c:v>
                </c:pt>
                <c:pt idx="401">
                  <c:v>1.872</c:v>
                </c:pt>
                <c:pt idx="402">
                  <c:v>1.896</c:v>
                </c:pt>
                <c:pt idx="403">
                  <c:v>1.911</c:v>
                </c:pt>
                <c:pt idx="404">
                  <c:v>1.949</c:v>
                </c:pt>
                <c:pt idx="405">
                  <c:v>1.998</c:v>
                </c:pt>
                <c:pt idx="406">
                  <c:v>1.99</c:v>
                </c:pt>
                <c:pt idx="407">
                  <c:v>1.996</c:v>
                </c:pt>
                <c:pt idx="408">
                  <c:v>1.971</c:v>
                </c:pt>
                <c:pt idx="409">
                  <c:v>1.956</c:v>
                </c:pt>
                <c:pt idx="410">
                  <c:v>1.913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1/3 par panier</c:v>
                </c:pt>
              </c:strCache>
            </c:strRef>
          </c:tx>
          <c:spPr>
            <a:solidFill>
              <a:srgbClr val="60A5FA"/>
            </a:solidFill>
            <a:ln w="19050" cap="flat">
              <a:solidFill>
                <a:srgbClr val="60A5F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0A5FA"/>
              </a:solidFill>
              <a:ln w="9525" cap="flat">
                <a:solidFill>
                  <a:srgbClr val="60A5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Sheet1!$A$2:$A$412</c:f>
              <c:multiLvlStrCache>
                <c:ptCount val="411"/>
                <c:lvl>
                  <c:pt idx="0">
                    <c:v>2018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2019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>2020</c:v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>2021</c:v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>2022</c:v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>2023</c:v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>2024</c:v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>2025</c:v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>2026</c:v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  <c:pt idx="398">
                    <c:v/>
                  </c:pt>
                  <c:pt idx="399">
                    <c:v/>
                  </c:pt>
                  <c:pt idx="400">
                    <c:v/>
                  </c:pt>
                  <c:pt idx="401">
                    <c:v/>
                  </c:pt>
                  <c:pt idx="402">
                    <c:v/>
                  </c:pt>
                  <c:pt idx="403">
                    <c:v/>
                  </c:pt>
                  <c:pt idx="404">
                    <c:v/>
                  </c:pt>
                  <c:pt idx="405">
                    <c:v/>
                  </c:pt>
                  <c:pt idx="406">
                    <c:v/>
                  </c:pt>
                  <c:pt idx="407">
                    <c:v/>
                  </c:pt>
                  <c:pt idx="408">
                    <c:v/>
                  </c:pt>
                  <c:pt idx="409">
                    <c:v/>
                  </c:pt>
                  <c:pt idx="410">
                    <c:v/>
                  </c:pt>
                </c:lvl>
              </c:multiLvlStrCache>
            </c:multiLvlStrRef>
          </c:cat>
          <c:val>
            <c:numRef>
              <c:f>Sheet1!$C$2:$C$412</c:f>
              <c:numCache>
                <c:formatCode>General</c:formatCode>
                <c:ptCount val="411"/>
                <c:pt idx="0">
                  <c:v>1.004</c:v>
                </c:pt>
                <c:pt idx="1">
                  <c:v>1.008</c:v>
                </c:pt>
                <c:pt idx="2">
                  <c:v>0.988</c:v>
                </c:pt>
                <c:pt idx="3">
                  <c:v>0.968</c:v>
                </c:pt>
                <c:pt idx="4">
                  <c:v>0.984</c:v>
                </c:pt>
                <c:pt idx="5">
                  <c:v>0.94</c:v>
                </c:pt>
                <c:pt idx="6">
                  <c:v>0.95</c:v>
                </c:pt>
                <c:pt idx="7">
                  <c:v>0.917</c:v>
                </c:pt>
                <c:pt idx="8">
                  <c:v>0.916</c:v>
                </c:pt>
                <c:pt idx="9">
                  <c:v>0.92</c:v>
                </c:pt>
                <c:pt idx="10">
                  <c:v>0.937</c:v>
                </c:pt>
                <c:pt idx="11">
                  <c:v>0.959</c:v>
                </c:pt>
                <c:pt idx="12">
                  <c:v>0.977</c:v>
                </c:pt>
                <c:pt idx="13">
                  <c:v>0.989</c:v>
                </c:pt>
                <c:pt idx="14">
                  <c:v>0.974</c:v>
                </c:pt>
                <c:pt idx="15">
                  <c:v>1.019</c:v>
                </c:pt>
                <c:pt idx="16">
                  <c:v>1.031</c:v>
                </c:pt>
                <c:pt idx="17">
                  <c:v>1.037</c:v>
                </c:pt>
                <c:pt idx="18">
                  <c:v>1.025</c:v>
                </c:pt>
                <c:pt idx="19">
                  <c:v>1.055</c:v>
                </c:pt>
                <c:pt idx="20">
                  <c:v>1.034</c:v>
                </c:pt>
                <c:pt idx="21">
                  <c:v>1.045</c:v>
                </c:pt>
                <c:pt idx="22">
                  <c:v>1.075</c:v>
                </c:pt>
                <c:pt idx="23">
                  <c:v>1.086</c:v>
                </c:pt>
                <c:pt idx="24">
                  <c:v>1.099</c:v>
                </c:pt>
                <c:pt idx="25">
                  <c:v>1.098</c:v>
                </c:pt>
                <c:pt idx="26">
                  <c:v>1.088</c:v>
                </c:pt>
                <c:pt idx="27">
                  <c:v>1.051</c:v>
                </c:pt>
                <c:pt idx="28">
                  <c:v>1.069</c:v>
                </c:pt>
                <c:pt idx="29">
                  <c:v>1.047</c:v>
                </c:pt>
                <c:pt idx="30">
                  <c:v>1.03</c:v>
                </c:pt>
                <c:pt idx="31">
                  <c:v>1.053</c:v>
                </c:pt>
                <c:pt idx="32">
                  <c:v>1.058</c:v>
                </c:pt>
                <c:pt idx="33">
                  <c:v>1.088</c:v>
                </c:pt>
                <c:pt idx="34">
                  <c:v>1.095</c:v>
                </c:pt>
                <c:pt idx="35">
                  <c:v>1.103</c:v>
                </c:pt>
                <c:pt idx="36">
                  <c:v>1.1</c:v>
                </c:pt>
                <c:pt idx="37">
                  <c:v>1.096</c:v>
                </c:pt>
                <c:pt idx="38">
                  <c:v>1.115</c:v>
                </c:pt>
                <c:pt idx="39">
                  <c:v>1.071</c:v>
                </c:pt>
                <c:pt idx="40">
                  <c:v>1.06</c:v>
                </c:pt>
                <c:pt idx="41">
                  <c:v>1.053</c:v>
                </c:pt>
                <c:pt idx="42">
                  <c:v>1.059</c:v>
                </c:pt>
                <c:pt idx="43">
                  <c:v>1.089</c:v>
                </c:pt>
                <c:pt idx="44">
                  <c:v>1.113</c:v>
                </c:pt>
                <c:pt idx="45">
                  <c:v>1.122</c:v>
                </c:pt>
                <c:pt idx="46">
                  <c:v>1.122</c:v>
                </c:pt>
                <c:pt idx="47">
                  <c:v>1.111</c:v>
                </c:pt>
                <c:pt idx="48">
                  <c:v>1.088</c:v>
                </c:pt>
                <c:pt idx="49">
                  <c:v>1.125</c:v>
                </c:pt>
                <c:pt idx="50">
                  <c:v>1.115</c:v>
                </c:pt>
                <c:pt idx="51">
                  <c:v>1.128</c:v>
                </c:pt>
                <c:pt idx="52">
                  <c:v>1.131</c:v>
                </c:pt>
                <c:pt idx="53">
                  <c:v>1.152</c:v>
                </c:pt>
                <c:pt idx="54">
                  <c:v>1.162</c:v>
                </c:pt>
                <c:pt idx="55">
                  <c:v>1.158</c:v>
                </c:pt>
                <c:pt idx="56">
                  <c:v>1.162</c:v>
                </c:pt>
                <c:pt idx="57">
                  <c:v>1.161</c:v>
                </c:pt>
                <c:pt idx="58">
                  <c:v>1.168</c:v>
                </c:pt>
                <c:pt idx="59">
                  <c:v>1.189</c:v>
                </c:pt>
                <c:pt idx="60">
                  <c:v>1.19</c:v>
                </c:pt>
                <c:pt idx="61">
                  <c:v>1.19</c:v>
                </c:pt>
                <c:pt idx="62">
                  <c:v>1.19</c:v>
                </c:pt>
                <c:pt idx="63">
                  <c:v>1.208</c:v>
                </c:pt>
                <c:pt idx="64">
                  <c:v>1.212</c:v>
                </c:pt>
                <c:pt idx="65">
                  <c:v>1.177</c:v>
                </c:pt>
                <c:pt idx="66">
                  <c:v>1.218</c:v>
                </c:pt>
                <c:pt idx="67">
                  <c:v>1.236</c:v>
                </c:pt>
                <c:pt idx="68">
                  <c:v>1.232</c:v>
                </c:pt>
                <c:pt idx="69">
                  <c:v>1.102</c:v>
                </c:pt>
                <c:pt idx="70">
                  <c:v>1.069</c:v>
                </c:pt>
                <c:pt idx="71">
                  <c:v>0.865</c:v>
                </c:pt>
                <c:pt idx="72">
                  <c:v>0.851</c:v>
                </c:pt>
                <c:pt idx="73">
                  <c:v>0.902</c:v>
                </c:pt>
                <c:pt idx="74">
                  <c:v>0.862</c:v>
                </c:pt>
                <c:pt idx="75">
                  <c:v>0.958</c:v>
                </c:pt>
                <c:pt idx="76">
                  <c:v>0.94</c:v>
                </c:pt>
                <c:pt idx="77">
                  <c:v>0.919</c:v>
                </c:pt>
                <c:pt idx="78">
                  <c:v>0.96</c:v>
                </c:pt>
                <c:pt idx="79">
                  <c:v>0.964</c:v>
                </c:pt>
                <c:pt idx="80">
                  <c:v>0.909</c:v>
                </c:pt>
                <c:pt idx="81">
                  <c:v>0.943</c:v>
                </c:pt>
                <c:pt idx="82">
                  <c:v>0.992</c:v>
                </c:pt>
                <c:pt idx="83">
                  <c:v>1.106</c:v>
                </c:pt>
                <c:pt idx="84">
                  <c:v>1.024</c:v>
                </c:pt>
                <c:pt idx="85">
                  <c:v>1.046</c:v>
                </c:pt>
                <c:pt idx="86">
                  <c:v>1.032</c:v>
                </c:pt>
                <c:pt idx="87">
                  <c:v>1.06</c:v>
                </c:pt>
                <c:pt idx="88">
                  <c:v>1.054</c:v>
                </c:pt>
                <c:pt idx="89">
                  <c:v>1.075</c:v>
                </c:pt>
                <c:pt idx="90">
                  <c:v>1.062</c:v>
                </c:pt>
                <c:pt idx="91">
                  <c:v>1.019</c:v>
                </c:pt>
                <c:pt idx="92">
                  <c:v>1.058</c:v>
                </c:pt>
                <c:pt idx="93">
                  <c:v>1.077</c:v>
                </c:pt>
                <c:pt idx="94">
                  <c:v>1.059</c:v>
                </c:pt>
                <c:pt idx="95">
                  <c:v>1.085</c:v>
                </c:pt>
                <c:pt idx="96">
                  <c:v>1.073</c:v>
                </c:pt>
                <c:pt idx="97">
                  <c:v>1.081</c:v>
                </c:pt>
                <c:pt idx="98">
                  <c:v>1.07</c:v>
                </c:pt>
                <c:pt idx="99">
                  <c:v>1.014</c:v>
                </c:pt>
                <c:pt idx="100">
                  <c:v>1.033</c:v>
                </c:pt>
                <c:pt idx="101">
                  <c:v>1.07</c:v>
                </c:pt>
                <c:pt idx="102">
                  <c:v>1.067</c:v>
                </c:pt>
                <c:pt idx="103">
                  <c:v>1.069</c:v>
                </c:pt>
                <c:pt idx="104">
                  <c:v>1</c:v>
                </c:pt>
                <c:pt idx="105">
                  <c:v>1.075</c:v>
                </c:pt>
                <c:pt idx="106">
                  <c:v>1.173</c:v>
                </c:pt>
                <c:pt idx="107">
                  <c:v>1.198</c:v>
                </c:pt>
                <c:pt idx="108">
                  <c:v>1.229</c:v>
                </c:pt>
                <c:pt idx="109">
                  <c:v>1.232</c:v>
                </c:pt>
                <c:pt idx="110">
                  <c:v>1.207</c:v>
                </c:pt>
                <c:pt idx="111">
                  <c:v>1.222</c:v>
                </c:pt>
                <c:pt idx="112">
                  <c:v>1.223</c:v>
                </c:pt>
                <c:pt idx="113">
                  <c:v>1.226</c:v>
                </c:pt>
                <c:pt idx="114">
                  <c:v>1.274</c:v>
                </c:pt>
                <c:pt idx="115">
                  <c:v>1.261</c:v>
                </c:pt>
                <c:pt idx="116">
                  <c:v>1.274</c:v>
                </c:pt>
                <c:pt idx="117">
                  <c:v>1.238</c:v>
                </c:pt>
                <c:pt idx="118">
                  <c:v>1.301</c:v>
                </c:pt>
                <c:pt idx="119">
                  <c:v>1.309</c:v>
                </c:pt>
                <c:pt idx="120">
                  <c:v>1.321</c:v>
                </c:pt>
                <c:pt idx="121">
                  <c:v>1.301</c:v>
                </c:pt>
                <c:pt idx="122">
                  <c:v>1.313</c:v>
                </c:pt>
                <c:pt idx="123">
                  <c:v>1.375</c:v>
                </c:pt>
                <c:pt idx="124">
                  <c:v>1.362</c:v>
                </c:pt>
                <c:pt idx="125">
                  <c:v>1.365</c:v>
                </c:pt>
                <c:pt idx="126">
                  <c:v>1.394</c:v>
                </c:pt>
                <c:pt idx="127">
                  <c:v>1.405</c:v>
                </c:pt>
                <c:pt idx="128">
                  <c:v>1.431</c:v>
                </c:pt>
                <c:pt idx="129">
                  <c:v>1.429</c:v>
                </c:pt>
                <c:pt idx="130">
                  <c:v>1.427</c:v>
                </c:pt>
                <c:pt idx="131">
                  <c:v>1.456</c:v>
                </c:pt>
                <c:pt idx="132">
                  <c:v>1.452</c:v>
                </c:pt>
                <c:pt idx="133">
                  <c:v>1.45</c:v>
                </c:pt>
                <c:pt idx="134">
                  <c:v>1.467</c:v>
                </c:pt>
                <c:pt idx="135">
                  <c:v>1.476</c:v>
                </c:pt>
                <c:pt idx="136">
                  <c:v>1.498</c:v>
                </c:pt>
                <c:pt idx="137">
                  <c:v>1.481</c:v>
                </c:pt>
                <c:pt idx="138">
                  <c:v>1.502</c:v>
                </c:pt>
                <c:pt idx="139">
                  <c:v>1.496</c:v>
                </c:pt>
                <c:pt idx="140">
                  <c:v>1.495</c:v>
                </c:pt>
                <c:pt idx="141">
                  <c:v>1.482</c:v>
                </c:pt>
                <c:pt idx="142">
                  <c:v>1.508</c:v>
                </c:pt>
                <c:pt idx="143">
                  <c:v>1.518</c:v>
                </c:pt>
                <c:pt idx="144">
                  <c:v>1.568</c:v>
                </c:pt>
                <c:pt idx="145">
                  <c:v>1.584</c:v>
                </c:pt>
                <c:pt idx="146">
                  <c:v>1.542</c:v>
                </c:pt>
                <c:pt idx="147">
                  <c:v>1.553</c:v>
                </c:pt>
                <c:pt idx="148">
                  <c:v>1.548</c:v>
                </c:pt>
                <c:pt idx="149">
                  <c:v>1.538</c:v>
                </c:pt>
                <c:pt idx="150">
                  <c:v>1.525</c:v>
                </c:pt>
                <c:pt idx="151">
                  <c:v>1.537</c:v>
                </c:pt>
                <c:pt idx="152">
                  <c:v>1.503</c:v>
                </c:pt>
                <c:pt idx="153">
                  <c:v>1.511</c:v>
                </c:pt>
                <c:pt idx="154">
                  <c:v>1.545</c:v>
                </c:pt>
                <c:pt idx="155">
                  <c:v>1.544</c:v>
                </c:pt>
                <c:pt idx="156">
                  <c:v>1.557</c:v>
                </c:pt>
                <c:pt idx="157">
                  <c:v>1.6</c:v>
                </c:pt>
                <c:pt idx="158">
                  <c:v>1.605</c:v>
                </c:pt>
                <c:pt idx="159">
                  <c:v>1.601</c:v>
                </c:pt>
                <c:pt idx="160">
                  <c:v>1.52</c:v>
                </c:pt>
                <c:pt idx="161">
                  <c:v>1.513</c:v>
                </c:pt>
                <c:pt idx="162">
                  <c:v>1.559</c:v>
                </c:pt>
                <c:pt idx="163">
                  <c:v>1.554</c:v>
                </c:pt>
                <c:pt idx="164">
                  <c:v>1.584</c:v>
                </c:pt>
                <c:pt idx="165">
                  <c:v>1.6</c:v>
                </c:pt>
                <c:pt idx="166">
                  <c:v>1.63</c:v>
                </c:pt>
                <c:pt idx="167">
                  <c:v>1.615</c:v>
                </c:pt>
                <c:pt idx="168">
                  <c:v>1.589</c:v>
                </c:pt>
                <c:pt idx="169">
                  <c:v>1.553</c:v>
                </c:pt>
                <c:pt idx="170">
                  <c:v>1.559</c:v>
                </c:pt>
                <c:pt idx="171">
                  <c:v>1.581</c:v>
                </c:pt>
                <c:pt idx="172">
                  <c:v>1.562</c:v>
                </c:pt>
                <c:pt idx="173">
                  <c:v>1.531</c:v>
                </c:pt>
                <c:pt idx="174">
                  <c:v>1.368</c:v>
                </c:pt>
                <c:pt idx="175">
                  <c:v>1.406</c:v>
                </c:pt>
                <c:pt idx="176">
                  <c:v>1.492</c:v>
                </c:pt>
                <c:pt idx="177">
                  <c:v>1.479</c:v>
                </c:pt>
                <c:pt idx="178">
                  <c:v>1.495</c:v>
                </c:pt>
                <c:pt idx="179">
                  <c:v>1.46</c:v>
                </c:pt>
                <c:pt idx="180">
                  <c:v>1.475</c:v>
                </c:pt>
                <c:pt idx="181">
                  <c:v>1.48</c:v>
                </c:pt>
                <c:pt idx="182">
                  <c:v>1.477</c:v>
                </c:pt>
                <c:pt idx="183">
                  <c:v>1.414</c:v>
                </c:pt>
                <c:pt idx="184">
                  <c:v>1.429</c:v>
                </c:pt>
                <c:pt idx="185">
                  <c:v>1.419</c:v>
                </c:pt>
                <c:pt idx="186">
                  <c:v>1.463</c:v>
                </c:pt>
                <c:pt idx="187">
                  <c:v>1.454</c:v>
                </c:pt>
                <c:pt idx="188">
                  <c:v>1.387</c:v>
                </c:pt>
                <c:pt idx="189">
                  <c:v>1.324</c:v>
                </c:pt>
                <c:pt idx="190">
                  <c:v>1.351</c:v>
                </c:pt>
                <c:pt idx="191">
                  <c:v>1.315</c:v>
                </c:pt>
                <c:pt idx="192">
                  <c:v>1.337</c:v>
                </c:pt>
                <c:pt idx="193">
                  <c:v>1.338</c:v>
                </c:pt>
                <c:pt idx="194">
                  <c:v>1.383</c:v>
                </c:pt>
                <c:pt idx="195">
                  <c:v>1.436</c:v>
                </c:pt>
                <c:pt idx="196">
                  <c:v>1.444</c:v>
                </c:pt>
                <c:pt idx="197">
                  <c:v>1.468</c:v>
                </c:pt>
                <c:pt idx="198">
                  <c:v>1.449</c:v>
                </c:pt>
                <c:pt idx="199">
                  <c:v>1.392</c:v>
                </c:pt>
                <c:pt idx="200">
                  <c:v>1.383</c:v>
                </c:pt>
                <c:pt idx="201">
                  <c:v>1.399</c:v>
                </c:pt>
                <c:pt idx="202">
                  <c:v>1.365</c:v>
                </c:pt>
                <c:pt idx="203">
                  <c:v>1.29</c:v>
                </c:pt>
                <c:pt idx="204">
                  <c:v>1.277</c:v>
                </c:pt>
                <c:pt idx="205">
                  <c:v>1.299</c:v>
                </c:pt>
                <c:pt idx="206">
                  <c:v>1.315</c:v>
                </c:pt>
                <c:pt idx="207">
                  <c:v>1.35</c:v>
                </c:pt>
                <c:pt idx="208">
                  <c:v>1.396</c:v>
                </c:pt>
                <c:pt idx="209">
                  <c:v>1.415</c:v>
                </c:pt>
                <c:pt idx="210">
                  <c:v>1.457</c:v>
                </c:pt>
                <c:pt idx="211">
                  <c:v>1.464</c:v>
                </c:pt>
                <c:pt idx="212">
                  <c:v>1.485</c:v>
                </c:pt>
                <c:pt idx="213">
                  <c:v>1.491</c:v>
                </c:pt>
                <c:pt idx="214">
                  <c:v>1.469</c:v>
                </c:pt>
                <c:pt idx="215">
                  <c:v>1.414</c:v>
                </c:pt>
                <c:pt idx="216">
                  <c:v>1.422</c:v>
                </c:pt>
                <c:pt idx="217">
                  <c:v>1.414</c:v>
                </c:pt>
                <c:pt idx="218">
                  <c:v>1.499</c:v>
                </c:pt>
                <c:pt idx="219">
                  <c:v>1.528</c:v>
                </c:pt>
                <c:pt idx="220">
                  <c:v>1.524</c:v>
                </c:pt>
                <c:pt idx="221">
                  <c:v>1.559</c:v>
                </c:pt>
                <c:pt idx="222">
                  <c:v>1.606</c:v>
                </c:pt>
                <c:pt idx="223">
                  <c:v>1.576</c:v>
                </c:pt>
                <c:pt idx="224">
                  <c:v>1.63</c:v>
                </c:pt>
                <c:pt idx="225">
                  <c:v>1.608</c:v>
                </c:pt>
                <c:pt idx="226">
                  <c:v>1.638</c:v>
                </c:pt>
                <c:pt idx="227">
                  <c:v>1.606</c:v>
                </c:pt>
                <c:pt idx="228">
                  <c:v>1.529</c:v>
                </c:pt>
                <c:pt idx="229">
                  <c:v>1.538</c:v>
                </c:pt>
                <c:pt idx="230">
                  <c:v>1.607</c:v>
                </c:pt>
                <c:pt idx="231">
                  <c:v>1.6</c:v>
                </c:pt>
                <c:pt idx="232">
                  <c:v>1.63</c:v>
                </c:pt>
                <c:pt idx="233">
                  <c:v>1.633</c:v>
                </c:pt>
                <c:pt idx="234">
                  <c:v>1.618</c:v>
                </c:pt>
                <c:pt idx="235">
                  <c:v>1.598</c:v>
                </c:pt>
                <c:pt idx="236">
                  <c:v>1.597</c:v>
                </c:pt>
                <c:pt idx="237">
                  <c:v>1.619</c:v>
                </c:pt>
                <c:pt idx="238">
                  <c:v>1.588</c:v>
                </c:pt>
                <c:pt idx="239">
                  <c:v>1.581</c:v>
                </c:pt>
                <c:pt idx="240">
                  <c:v>1.575</c:v>
                </c:pt>
                <c:pt idx="241">
                  <c:v>1.611</c:v>
                </c:pt>
                <c:pt idx="242">
                  <c:v>1.559</c:v>
                </c:pt>
                <c:pt idx="243">
                  <c:v>1.613</c:v>
                </c:pt>
                <c:pt idx="244">
                  <c:v>1.555</c:v>
                </c:pt>
                <c:pt idx="245">
                  <c:v>1.61</c:v>
                </c:pt>
                <c:pt idx="246">
                  <c:v>1.625</c:v>
                </c:pt>
                <c:pt idx="247">
                  <c:v>1.648</c:v>
                </c:pt>
                <c:pt idx="248">
                  <c:v>1.606</c:v>
                </c:pt>
                <c:pt idx="249">
                  <c:v>1.599</c:v>
                </c:pt>
                <c:pt idx="250">
                  <c:v>1.56</c:v>
                </c:pt>
                <c:pt idx="251">
                  <c:v>1.575</c:v>
                </c:pt>
                <c:pt idx="252">
                  <c:v>1.591</c:v>
                </c:pt>
                <c:pt idx="253">
                  <c:v>1.576</c:v>
                </c:pt>
                <c:pt idx="254">
                  <c:v>1.603</c:v>
                </c:pt>
                <c:pt idx="255">
                  <c:v>1.561</c:v>
                </c:pt>
                <c:pt idx="256">
                  <c:v>1.549</c:v>
                </c:pt>
                <c:pt idx="257">
                  <c:v>1.507</c:v>
                </c:pt>
                <c:pt idx="258">
                  <c:v>1.501</c:v>
                </c:pt>
                <c:pt idx="259">
                  <c:v>1.45</c:v>
                </c:pt>
                <c:pt idx="260">
                  <c:v>1.456</c:v>
                </c:pt>
                <c:pt idx="261">
                  <c:v>1.523</c:v>
                </c:pt>
                <c:pt idx="262">
                  <c:v>1.512</c:v>
                </c:pt>
                <c:pt idx="263">
                  <c:v>1.562</c:v>
                </c:pt>
                <c:pt idx="264">
                  <c:v>1.572</c:v>
                </c:pt>
                <c:pt idx="265">
                  <c:v>1.589</c:v>
                </c:pt>
                <c:pt idx="266">
                  <c:v>1.622</c:v>
                </c:pt>
                <c:pt idx="267">
                  <c:v>1.643</c:v>
                </c:pt>
                <c:pt idx="268">
                  <c:v>1.637</c:v>
                </c:pt>
                <c:pt idx="269">
                  <c:v>1.63</c:v>
                </c:pt>
                <c:pt idx="270">
                  <c:v>1.606</c:v>
                </c:pt>
                <c:pt idx="271">
                  <c:v>1.618</c:v>
                </c:pt>
                <c:pt idx="272">
                  <c:v>1.598</c:v>
                </c:pt>
                <c:pt idx="273">
                  <c:v>1.644</c:v>
                </c:pt>
                <c:pt idx="274">
                  <c:v>1.629</c:v>
                </c:pt>
                <c:pt idx="275">
                  <c:v>1.64</c:v>
                </c:pt>
                <c:pt idx="276">
                  <c:v>1.668</c:v>
                </c:pt>
                <c:pt idx="277">
                  <c:v>1.69</c:v>
                </c:pt>
                <c:pt idx="278">
                  <c:v>1.679</c:v>
                </c:pt>
                <c:pt idx="279">
                  <c:v>1.684</c:v>
                </c:pt>
                <c:pt idx="280">
                  <c:v>1.706</c:v>
                </c:pt>
                <c:pt idx="281">
                  <c:v>1.719</c:v>
                </c:pt>
                <c:pt idx="282">
                  <c:v>1.74</c:v>
                </c:pt>
                <c:pt idx="283">
                  <c:v>1.717</c:v>
                </c:pt>
                <c:pt idx="284">
                  <c:v>1.704</c:v>
                </c:pt>
                <c:pt idx="285">
                  <c:v>1.686</c:v>
                </c:pt>
                <c:pt idx="286">
                  <c:v>1.7</c:v>
                </c:pt>
                <c:pt idx="287">
                  <c:v>1.684</c:v>
                </c:pt>
                <c:pt idx="288">
                  <c:v>1.742</c:v>
                </c:pt>
                <c:pt idx="289">
                  <c:v>1.744</c:v>
                </c:pt>
                <c:pt idx="290">
                  <c:v>1.73</c:v>
                </c:pt>
                <c:pt idx="291">
                  <c:v>1.713</c:v>
                </c:pt>
                <c:pt idx="292">
                  <c:v>1.714</c:v>
                </c:pt>
                <c:pt idx="293">
                  <c:v>1.592</c:v>
                </c:pt>
                <c:pt idx="294">
                  <c:v>1.615</c:v>
                </c:pt>
                <c:pt idx="295">
                  <c:v>1.583</c:v>
                </c:pt>
                <c:pt idx="296">
                  <c:v>1.637</c:v>
                </c:pt>
                <c:pt idx="297">
                  <c:v>1.65</c:v>
                </c:pt>
                <c:pt idx="298">
                  <c:v>1.62</c:v>
                </c:pt>
                <c:pt idx="299">
                  <c:v>1.606</c:v>
                </c:pt>
                <c:pt idx="300">
                  <c:v>1.554</c:v>
                </c:pt>
                <c:pt idx="301">
                  <c:v>1.543</c:v>
                </c:pt>
                <c:pt idx="302">
                  <c:v>1.578</c:v>
                </c:pt>
                <c:pt idx="303">
                  <c:v>1.608</c:v>
                </c:pt>
                <c:pt idx="304">
                  <c:v>1.622</c:v>
                </c:pt>
                <c:pt idx="305">
                  <c:v>1.578</c:v>
                </c:pt>
                <c:pt idx="306">
                  <c:v>1.587</c:v>
                </c:pt>
                <c:pt idx="307">
                  <c:v>1.587</c:v>
                </c:pt>
                <c:pt idx="308">
                  <c:v>1.639</c:v>
                </c:pt>
                <c:pt idx="309">
                  <c:v>1.575</c:v>
                </c:pt>
                <c:pt idx="310">
                  <c:v>1.578</c:v>
                </c:pt>
                <c:pt idx="311">
                  <c:v>1.599</c:v>
                </c:pt>
                <c:pt idx="312">
                  <c:v>1.562</c:v>
                </c:pt>
                <c:pt idx="313">
                  <c:v>1.557</c:v>
                </c:pt>
                <c:pt idx="314">
                  <c:v>1.551</c:v>
                </c:pt>
                <c:pt idx="315">
                  <c:v>1.542</c:v>
                </c:pt>
                <c:pt idx="316">
                  <c:v>1.53</c:v>
                </c:pt>
                <c:pt idx="317">
                  <c:v>1.533</c:v>
                </c:pt>
                <c:pt idx="318">
                  <c:v>1.571</c:v>
                </c:pt>
                <c:pt idx="319">
                  <c:v>1.576</c:v>
                </c:pt>
                <c:pt idx="320">
                  <c:v>1.543</c:v>
                </c:pt>
                <c:pt idx="321">
                  <c:v>1.56</c:v>
                </c:pt>
                <c:pt idx="322">
                  <c:v>1.54</c:v>
                </c:pt>
                <c:pt idx="323">
                  <c:v>1.558</c:v>
                </c:pt>
                <c:pt idx="324">
                  <c:v>1.608</c:v>
                </c:pt>
                <c:pt idx="325">
                  <c:v>1.64</c:v>
                </c:pt>
                <c:pt idx="326">
                  <c:v>1.663</c:v>
                </c:pt>
                <c:pt idx="327">
                  <c:v>1.677</c:v>
                </c:pt>
                <c:pt idx="328">
                  <c:v>1.725</c:v>
                </c:pt>
                <c:pt idx="329">
                  <c:v>1.717</c:v>
                </c:pt>
                <c:pt idx="330">
                  <c:v>1.706</c:v>
                </c:pt>
                <c:pt idx="331">
                  <c:v>1.754</c:v>
                </c:pt>
                <c:pt idx="332">
                  <c:v>1.73</c:v>
                </c:pt>
                <c:pt idx="333">
                  <c:v>1.725</c:v>
                </c:pt>
                <c:pt idx="334">
                  <c:v>1.692</c:v>
                </c:pt>
                <c:pt idx="335">
                  <c:v>1.558</c:v>
                </c:pt>
                <c:pt idx="336">
                  <c:v>1.531</c:v>
                </c:pt>
                <c:pt idx="337">
                  <c:v>1.58</c:v>
                </c:pt>
                <c:pt idx="338">
                  <c:v>1.621</c:v>
                </c:pt>
                <c:pt idx="339">
                  <c:v>1.674</c:v>
                </c:pt>
                <c:pt idx="340">
                  <c:v>1.674</c:v>
                </c:pt>
                <c:pt idx="341">
                  <c:v>1.699</c:v>
                </c:pt>
                <c:pt idx="342">
                  <c:v>1.673</c:v>
                </c:pt>
                <c:pt idx="343">
                  <c:v>1.677</c:v>
                </c:pt>
                <c:pt idx="344">
                  <c:v>1.679</c:v>
                </c:pt>
                <c:pt idx="345">
                  <c:v>1.662</c:v>
                </c:pt>
                <c:pt idx="346">
                  <c:v>1.623</c:v>
                </c:pt>
                <c:pt idx="347">
                  <c:v>1.638</c:v>
                </c:pt>
                <c:pt idx="348">
                  <c:v>1.65</c:v>
                </c:pt>
                <c:pt idx="349">
                  <c:v>1.672</c:v>
                </c:pt>
                <c:pt idx="350">
                  <c:v>1.661</c:v>
                </c:pt>
                <c:pt idx="351">
                  <c:v>1.677</c:v>
                </c:pt>
                <c:pt idx="352">
                  <c:v>1.604</c:v>
                </c:pt>
                <c:pt idx="353">
                  <c:v>1.643</c:v>
                </c:pt>
                <c:pt idx="354">
                  <c:v>1.675</c:v>
                </c:pt>
                <c:pt idx="355">
                  <c:v>1.692</c:v>
                </c:pt>
                <c:pt idx="356">
                  <c:v>1.625</c:v>
                </c:pt>
                <c:pt idx="357">
                  <c:v>1.617</c:v>
                </c:pt>
                <c:pt idx="358">
                  <c:v>1.65</c:v>
                </c:pt>
                <c:pt idx="359">
                  <c:v>1.658</c:v>
                </c:pt>
                <c:pt idx="360">
                  <c:v>1.662</c:v>
                </c:pt>
                <c:pt idx="361">
                  <c:v>1.721</c:v>
                </c:pt>
                <c:pt idx="362">
                  <c:v>1.677</c:v>
                </c:pt>
                <c:pt idx="363">
                  <c:v>1.713</c:v>
                </c:pt>
                <c:pt idx="364">
                  <c:v>1.737</c:v>
                </c:pt>
                <c:pt idx="365">
                  <c:v>1.704</c:v>
                </c:pt>
                <c:pt idx="366">
                  <c:v>1.655</c:v>
                </c:pt>
                <c:pt idx="367">
                  <c:v>1.701</c:v>
                </c:pt>
                <c:pt idx="368">
                  <c:v>1.649</c:v>
                </c:pt>
                <c:pt idx="369">
                  <c:v>1.682</c:v>
                </c:pt>
                <c:pt idx="370">
                  <c:v>1.695</c:v>
                </c:pt>
                <c:pt idx="371">
                  <c:v>1.702</c:v>
                </c:pt>
                <c:pt idx="372">
                  <c:v>1.724</c:v>
                </c:pt>
                <c:pt idx="373">
                  <c:v>1.716</c:v>
                </c:pt>
                <c:pt idx="374">
                  <c:v>1.741</c:v>
                </c:pt>
                <c:pt idx="375">
                  <c:v>1.773</c:v>
                </c:pt>
                <c:pt idx="376">
                  <c:v>1.747</c:v>
                </c:pt>
                <c:pt idx="377">
                  <c:v>1.732</c:v>
                </c:pt>
                <c:pt idx="378">
                  <c:v>1.731</c:v>
                </c:pt>
                <c:pt idx="379">
                  <c:v>1.743</c:v>
                </c:pt>
                <c:pt idx="380">
                  <c:v>1.765</c:v>
                </c:pt>
                <c:pt idx="381">
                  <c:v>1.8</c:v>
                </c:pt>
                <c:pt idx="382">
                  <c:v>1.826</c:v>
                </c:pt>
                <c:pt idx="383">
                  <c:v>1.7</c:v>
                </c:pt>
                <c:pt idx="384">
                  <c:v>1.683</c:v>
                </c:pt>
                <c:pt idx="385">
                  <c:v>1.615</c:v>
                </c:pt>
                <c:pt idx="386">
                  <c:v>1.608</c:v>
                </c:pt>
                <c:pt idx="387">
                  <c:v>1.682</c:v>
                </c:pt>
                <c:pt idx="388">
                  <c:v>1.734</c:v>
                </c:pt>
                <c:pt idx="389">
                  <c:v>1.787</c:v>
                </c:pt>
                <c:pt idx="390">
                  <c:v>1.731</c:v>
                </c:pt>
                <c:pt idx="391">
                  <c:v>1.718</c:v>
                </c:pt>
                <c:pt idx="392">
                  <c:v>1.734</c:v>
                </c:pt>
                <c:pt idx="393">
                  <c:v>1.712</c:v>
                </c:pt>
                <c:pt idx="394">
                  <c:v>1.761</c:v>
                </c:pt>
                <c:pt idx="395">
                  <c:v>1.778</c:v>
                </c:pt>
                <c:pt idx="396">
                  <c:v>1.76</c:v>
                </c:pt>
                <c:pt idx="397">
                  <c:v>1.787</c:v>
                </c:pt>
                <c:pt idx="398">
                  <c:v>1.792</c:v>
                </c:pt>
                <c:pt idx="399">
                  <c:v>1.774</c:v>
                </c:pt>
                <c:pt idx="400">
                  <c:v>1.789</c:v>
                </c:pt>
                <c:pt idx="401">
                  <c:v>1.758</c:v>
                </c:pt>
                <c:pt idx="402">
                  <c:v>1.772</c:v>
                </c:pt>
                <c:pt idx="403">
                  <c:v>1.767</c:v>
                </c:pt>
                <c:pt idx="404">
                  <c:v>1.808</c:v>
                </c:pt>
                <c:pt idx="405">
                  <c:v>1.852</c:v>
                </c:pt>
                <c:pt idx="406">
                  <c:v>1.831</c:v>
                </c:pt>
                <c:pt idx="407">
                  <c:v>1.809</c:v>
                </c:pt>
                <c:pt idx="408">
                  <c:v>1.799</c:v>
                </c:pt>
                <c:pt idx="409">
                  <c:v>1.783</c:v>
                </c:pt>
                <c:pt idx="410">
                  <c:v>1.743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Suivre le HMM</c:v>
                </c:pt>
              </c:strCache>
            </c:strRef>
          </c:tx>
          <c:spPr>
            <a:solidFill>
              <a:srgbClr val="FBBF24"/>
            </a:solidFill>
            <a:ln w="19050" cap="flat">
              <a:solidFill>
                <a:srgbClr val="FBBF2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BBF24"/>
              </a:solidFill>
              <a:ln w="9525" cap="flat">
                <a:solidFill>
                  <a:srgbClr val="FBBF2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Sheet1!$A$2:$A$412</c:f>
              <c:multiLvlStrCache>
                <c:ptCount val="411"/>
                <c:lvl>
                  <c:pt idx="0">
                    <c:v>2018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2019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>2020</c:v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>2021</c:v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>2022</c:v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>2023</c:v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>2024</c:v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>2025</c:v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>2026</c:v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  <c:pt idx="398">
                    <c:v/>
                  </c:pt>
                  <c:pt idx="399">
                    <c:v/>
                  </c:pt>
                  <c:pt idx="400">
                    <c:v/>
                  </c:pt>
                  <c:pt idx="401">
                    <c:v/>
                  </c:pt>
                  <c:pt idx="402">
                    <c:v/>
                  </c:pt>
                  <c:pt idx="403">
                    <c:v/>
                  </c:pt>
                  <c:pt idx="404">
                    <c:v/>
                  </c:pt>
                  <c:pt idx="405">
                    <c:v/>
                  </c:pt>
                  <c:pt idx="406">
                    <c:v/>
                  </c:pt>
                  <c:pt idx="407">
                    <c:v/>
                  </c:pt>
                  <c:pt idx="408">
                    <c:v/>
                  </c:pt>
                  <c:pt idx="409">
                    <c:v/>
                  </c:pt>
                  <c:pt idx="410">
                    <c:v/>
                  </c:pt>
                </c:lvl>
              </c:multiLvlStrCache>
            </c:multiLvlStrRef>
          </c:cat>
          <c:val>
            <c:numRef>
              <c:f>Sheet1!$D$2:$D$412</c:f>
              <c:numCache>
                <c:formatCode>General</c:formatCode>
                <c:ptCount val="411"/>
                <c:pt idx="0">
                  <c:v>0.994</c:v>
                </c:pt>
                <c:pt idx="1">
                  <c:v>1.004</c:v>
                </c:pt>
                <c:pt idx="2">
                  <c:v>0.979</c:v>
                </c:pt>
                <c:pt idx="3">
                  <c:v>0.954</c:v>
                </c:pt>
                <c:pt idx="4">
                  <c:v>0.978</c:v>
                </c:pt>
                <c:pt idx="5">
                  <c:v>0.937</c:v>
                </c:pt>
                <c:pt idx="6">
                  <c:v>0.943</c:v>
                </c:pt>
                <c:pt idx="7">
                  <c:v>0.905</c:v>
                </c:pt>
                <c:pt idx="8">
                  <c:v>0.906</c:v>
                </c:pt>
                <c:pt idx="9">
                  <c:v>0.927</c:v>
                </c:pt>
                <c:pt idx="10">
                  <c:v>0.938</c:v>
                </c:pt>
                <c:pt idx="11">
                  <c:v>0.962</c:v>
                </c:pt>
                <c:pt idx="12">
                  <c:v>0.975</c:v>
                </c:pt>
                <c:pt idx="13">
                  <c:v>0.983</c:v>
                </c:pt>
                <c:pt idx="14">
                  <c:v>0.961</c:v>
                </c:pt>
                <c:pt idx="15">
                  <c:v>1.027</c:v>
                </c:pt>
                <c:pt idx="16">
                  <c:v>1.041</c:v>
                </c:pt>
                <c:pt idx="17">
                  <c:v>1.051</c:v>
                </c:pt>
                <c:pt idx="18">
                  <c:v>1.029</c:v>
                </c:pt>
                <c:pt idx="19">
                  <c:v>1.061</c:v>
                </c:pt>
                <c:pt idx="20">
                  <c:v>1.041</c:v>
                </c:pt>
                <c:pt idx="21">
                  <c:v>1.057</c:v>
                </c:pt>
                <c:pt idx="22">
                  <c:v>1.099</c:v>
                </c:pt>
                <c:pt idx="23">
                  <c:v>1.115</c:v>
                </c:pt>
                <c:pt idx="24">
                  <c:v>1.127</c:v>
                </c:pt>
                <c:pt idx="25">
                  <c:v>1.128</c:v>
                </c:pt>
                <c:pt idx="26">
                  <c:v>1.117</c:v>
                </c:pt>
                <c:pt idx="27">
                  <c:v>1.067</c:v>
                </c:pt>
                <c:pt idx="28">
                  <c:v>1.085</c:v>
                </c:pt>
                <c:pt idx="29">
                  <c:v>1.052</c:v>
                </c:pt>
                <c:pt idx="30">
                  <c:v>1.03</c:v>
                </c:pt>
                <c:pt idx="31">
                  <c:v>1.053</c:v>
                </c:pt>
                <c:pt idx="32">
                  <c:v>1.051</c:v>
                </c:pt>
                <c:pt idx="33">
                  <c:v>1.074</c:v>
                </c:pt>
                <c:pt idx="34">
                  <c:v>1.069</c:v>
                </c:pt>
                <c:pt idx="35">
                  <c:v>1.073</c:v>
                </c:pt>
                <c:pt idx="36">
                  <c:v>1.067</c:v>
                </c:pt>
                <c:pt idx="37">
                  <c:v>1.067</c:v>
                </c:pt>
                <c:pt idx="38">
                  <c:v>1.082</c:v>
                </c:pt>
                <c:pt idx="39">
                  <c:v>1.024</c:v>
                </c:pt>
                <c:pt idx="40">
                  <c:v>1.009</c:v>
                </c:pt>
                <c:pt idx="41">
                  <c:v>0.994</c:v>
                </c:pt>
                <c:pt idx="42">
                  <c:v>1</c:v>
                </c:pt>
                <c:pt idx="43">
                  <c:v>1.034</c:v>
                </c:pt>
                <c:pt idx="44">
                  <c:v>1.051</c:v>
                </c:pt>
                <c:pt idx="45">
                  <c:v>1.049</c:v>
                </c:pt>
                <c:pt idx="46">
                  <c:v>1.062</c:v>
                </c:pt>
                <c:pt idx="47">
                  <c:v>1.057</c:v>
                </c:pt>
                <c:pt idx="48">
                  <c:v>1.038</c:v>
                </c:pt>
                <c:pt idx="49">
                  <c:v>1.083</c:v>
                </c:pt>
                <c:pt idx="50">
                  <c:v>1.075</c:v>
                </c:pt>
                <c:pt idx="51">
                  <c:v>1.094</c:v>
                </c:pt>
                <c:pt idx="52">
                  <c:v>1.104</c:v>
                </c:pt>
                <c:pt idx="53">
                  <c:v>1.143</c:v>
                </c:pt>
                <c:pt idx="54">
                  <c:v>1.155</c:v>
                </c:pt>
                <c:pt idx="55">
                  <c:v>1.15</c:v>
                </c:pt>
                <c:pt idx="56">
                  <c:v>1.16</c:v>
                </c:pt>
                <c:pt idx="57">
                  <c:v>1.168</c:v>
                </c:pt>
                <c:pt idx="58">
                  <c:v>1.183</c:v>
                </c:pt>
                <c:pt idx="59">
                  <c:v>1.207</c:v>
                </c:pt>
                <c:pt idx="60">
                  <c:v>1.208</c:v>
                </c:pt>
                <c:pt idx="61">
                  <c:v>1.208</c:v>
                </c:pt>
                <c:pt idx="62">
                  <c:v>1.201</c:v>
                </c:pt>
                <c:pt idx="63">
                  <c:v>1.215</c:v>
                </c:pt>
                <c:pt idx="64">
                  <c:v>1.213</c:v>
                </c:pt>
                <c:pt idx="65">
                  <c:v>1.165</c:v>
                </c:pt>
                <c:pt idx="66">
                  <c:v>1.21</c:v>
                </c:pt>
                <c:pt idx="67">
                  <c:v>1.227</c:v>
                </c:pt>
                <c:pt idx="68">
                  <c:v>1.217</c:v>
                </c:pt>
                <c:pt idx="69">
                  <c:v>1.082</c:v>
                </c:pt>
                <c:pt idx="70">
                  <c:v>1.041</c:v>
                </c:pt>
                <c:pt idx="71">
                  <c:v>0.834</c:v>
                </c:pt>
                <c:pt idx="72">
                  <c:v>0.806</c:v>
                </c:pt>
                <c:pt idx="73">
                  <c:v>0.858</c:v>
                </c:pt>
                <c:pt idx="74">
                  <c:v>0.814</c:v>
                </c:pt>
                <c:pt idx="75">
                  <c:v>0.913</c:v>
                </c:pt>
                <c:pt idx="76">
                  <c:v>0.904</c:v>
                </c:pt>
                <c:pt idx="77">
                  <c:v>0.88</c:v>
                </c:pt>
                <c:pt idx="78">
                  <c:v>0.917</c:v>
                </c:pt>
                <c:pt idx="79">
                  <c:v>0.923</c:v>
                </c:pt>
                <c:pt idx="80">
                  <c:v>0.891</c:v>
                </c:pt>
                <c:pt idx="81">
                  <c:v>0.915</c:v>
                </c:pt>
                <c:pt idx="82">
                  <c:v>0.95</c:v>
                </c:pt>
                <c:pt idx="83">
                  <c:v>0.99</c:v>
                </c:pt>
                <c:pt idx="84">
                  <c:v>0.951</c:v>
                </c:pt>
                <c:pt idx="85">
                  <c:v>0.978</c:v>
                </c:pt>
                <c:pt idx="86">
                  <c:v>0.96</c:v>
                </c:pt>
                <c:pt idx="87">
                  <c:v>0.966</c:v>
                </c:pt>
                <c:pt idx="88">
                  <c:v>0.963</c:v>
                </c:pt>
                <c:pt idx="89">
                  <c:v>0.984</c:v>
                </c:pt>
                <c:pt idx="90">
                  <c:v>0.974</c:v>
                </c:pt>
                <c:pt idx="91">
                  <c:v>0.958</c:v>
                </c:pt>
                <c:pt idx="92">
                  <c:v>0.997</c:v>
                </c:pt>
                <c:pt idx="93">
                  <c:v>1.017</c:v>
                </c:pt>
                <c:pt idx="94">
                  <c:v>0.998</c:v>
                </c:pt>
                <c:pt idx="95">
                  <c:v>1.025</c:v>
                </c:pt>
                <c:pt idx="96">
                  <c:v>1.017</c:v>
                </c:pt>
                <c:pt idx="97">
                  <c:v>1.024</c:v>
                </c:pt>
                <c:pt idx="98">
                  <c:v>1.014</c:v>
                </c:pt>
                <c:pt idx="99">
                  <c:v>0.961</c:v>
                </c:pt>
                <c:pt idx="100">
                  <c:v>0.98</c:v>
                </c:pt>
                <c:pt idx="101">
                  <c:v>1.012</c:v>
                </c:pt>
                <c:pt idx="102">
                  <c:v>1.01</c:v>
                </c:pt>
                <c:pt idx="103">
                  <c:v>1.009</c:v>
                </c:pt>
                <c:pt idx="104">
                  <c:v>0.943</c:v>
                </c:pt>
                <c:pt idx="105">
                  <c:v>1.019</c:v>
                </c:pt>
                <c:pt idx="106">
                  <c:v>1.12</c:v>
                </c:pt>
                <c:pt idx="107">
                  <c:v>1.146</c:v>
                </c:pt>
                <c:pt idx="108">
                  <c:v>1.171</c:v>
                </c:pt>
                <c:pt idx="109">
                  <c:v>1.127</c:v>
                </c:pt>
                <c:pt idx="110">
                  <c:v>1.125</c:v>
                </c:pt>
                <c:pt idx="111">
                  <c:v>1.141</c:v>
                </c:pt>
                <c:pt idx="112">
                  <c:v>1.138</c:v>
                </c:pt>
                <c:pt idx="113">
                  <c:v>1.144</c:v>
                </c:pt>
                <c:pt idx="114">
                  <c:v>1.2</c:v>
                </c:pt>
                <c:pt idx="115">
                  <c:v>1.182</c:v>
                </c:pt>
                <c:pt idx="116">
                  <c:v>1.164</c:v>
                </c:pt>
                <c:pt idx="117">
                  <c:v>1.13</c:v>
                </c:pt>
                <c:pt idx="118">
                  <c:v>1.203</c:v>
                </c:pt>
                <c:pt idx="119">
                  <c:v>1.209</c:v>
                </c:pt>
                <c:pt idx="120">
                  <c:v>1.228</c:v>
                </c:pt>
                <c:pt idx="121">
                  <c:v>1.231</c:v>
                </c:pt>
                <c:pt idx="122">
                  <c:v>1.253</c:v>
                </c:pt>
                <c:pt idx="123">
                  <c:v>1.312</c:v>
                </c:pt>
                <c:pt idx="124">
                  <c:v>1.293</c:v>
                </c:pt>
                <c:pt idx="125">
                  <c:v>1.292</c:v>
                </c:pt>
                <c:pt idx="126">
                  <c:v>1.321</c:v>
                </c:pt>
                <c:pt idx="127">
                  <c:v>1.316</c:v>
                </c:pt>
                <c:pt idx="128">
                  <c:v>1.342</c:v>
                </c:pt>
                <c:pt idx="129">
                  <c:v>1.318</c:v>
                </c:pt>
                <c:pt idx="130">
                  <c:v>1.331</c:v>
                </c:pt>
                <c:pt idx="131">
                  <c:v>1.365</c:v>
                </c:pt>
                <c:pt idx="132">
                  <c:v>1.368</c:v>
                </c:pt>
                <c:pt idx="133">
                  <c:v>1.344</c:v>
                </c:pt>
                <c:pt idx="134">
                  <c:v>1.367</c:v>
                </c:pt>
                <c:pt idx="135">
                  <c:v>1.376</c:v>
                </c:pt>
                <c:pt idx="136">
                  <c:v>1.396</c:v>
                </c:pt>
                <c:pt idx="137">
                  <c:v>1.364</c:v>
                </c:pt>
                <c:pt idx="138">
                  <c:v>1.374</c:v>
                </c:pt>
                <c:pt idx="139">
                  <c:v>1.364</c:v>
                </c:pt>
                <c:pt idx="140">
                  <c:v>1.355</c:v>
                </c:pt>
                <c:pt idx="141">
                  <c:v>1.327</c:v>
                </c:pt>
                <c:pt idx="142">
                  <c:v>1.353</c:v>
                </c:pt>
                <c:pt idx="143">
                  <c:v>1.362</c:v>
                </c:pt>
                <c:pt idx="144">
                  <c:v>1.406</c:v>
                </c:pt>
                <c:pt idx="145">
                  <c:v>1.424</c:v>
                </c:pt>
                <c:pt idx="146">
                  <c:v>1.408</c:v>
                </c:pt>
                <c:pt idx="147">
                  <c:v>1.405</c:v>
                </c:pt>
                <c:pt idx="148">
                  <c:v>1.396</c:v>
                </c:pt>
                <c:pt idx="149">
                  <c:v>1.384</c:v>
                </c:pt>
                <c:pt idx="150">
                  <c:v>1.373</c:v>
                </c:pt>
                <c:pt idx="151">
                  <c:v>1.399</c:v>
                </c:pt>
                <c:pt idx="152">
                  <c:v>1.397</c:v>
                </c:pt>
                <c:pt idx="153">
                  <c:v>1.397</c:v>
                </c:pt>
                <c:pt idx="154">
                  <c:v>1.425</c:v>
                </c:pt>
                <c:pt idx="155">
                  <c:v>1.435</c:v>
                </c:pt>
                <c:pt idx="156">
                  <c:v>1.434</c:v>
                </c:pt>
                <c:pt idx="157">
                  <c:v>1.472</c:v>
                </c:pt>
                <c:pt idx="158">
                  <c:v>1.47</c:v>
                </c:pt>
                <c:pt idx="159">
                  <c:v>1.437</c:v>
                </c:pt>
                <c:pt idx="160">
                  <c:v>1.348</c:v>
                </c:pt>
                <c:pt idx="161">
                  <c:v>1.348</c:v>
                </c:pt>
                <c:pt idx="162">
                  <c:v>1.389</c:v>
                </c:pt>
                <c:pt idx="163">
                  <c:v>1.385</c:v>
                </c:pt>
                <c:pt idx="164">
                  <c:v>1.424</c:v>
                </c:pt>
                <c:pt idx="165">
                  <c:v>1.439</c:v>
                </c:pt>
                <c:pt idx="166">
                  <c:v>1.477</c:v>
                </c:pt>
                <c:pt idx="167">
                  <c:v>1.466</c:v>
                </c:pt>
                <c:pt idx="168">
                  <c:v>1.442</c:v>
                </c:pt>
                <c:pt idx="169">
                  <c:v>1.404</c:v>
                </c:pt>
                <c:pt idx="170">
                  <c:v>1.414</c:v>
                </c:pt>
                <c:pt idx="171">
                  <c:v>1.444</c:v>
                </c:pt>
                <c:pt idx="172">
                  <c:v>1.407</c:v>
                </c:pt>
                <c:pt idx="173">
                  <c:v>1.369</c:v>
                </c:pt>
                <c:pt idx="174">
                  <c:v>1.199</c:v>
                </c:pt>
                <c:pt idx="175">
                  <c:v>1.252</c:v>
                </c:pt>
                <c:pt idx="176">
                  <c:v>1.333</c:v>
                </c:pt>
                <c:pt idx="177">
                  <c:v>1.309</c:v>
                </c:pt>
                <c:pt idx="178">
                  <c:v>1.33</c:v>
                </c:pt>
                <c:pt idx="179">
                  <c:v>1.363</c:v>
                </c:pt>
                <c:pt idx="180">
                  <c:v>1.367</c:v>
                </c:pt>
                <c:pt idx="181">
                  <c:v>1.355</c:v>
                </c:pt>
                <c:pt idx="182">
                  <c:v>1.371</c:v>
                </c:pt>
                <c:pt idx="183">
                  <c:v>1.296</c:v>
                </c:pt>
                <c:pt idx="184">
                  <c:v>1.306</c:v>
                </c:pt>
                <c:pt idx="185">
                  <c:v>1.297</c:v>
                </c:pt>
                <c:pt idx="186">
                  <c:v>1.337</c:v>
                </c:pt>
                <c:pt idx="187">
                  <c:v>1.314</c:v>
                </c:pt>
                <c:pt idx="188">
                  <c:v>1.26</c:v>
                </c:pt>
                <c:pt idx="189">
                  <c:v>1.215</c:v>
                </c:pt>
                <c:pt idx="190">
                  <c:v>1.247</c:v>
                </c:pt>
                <c:pt idx="191">
                  <c:v>1.223</c:v>
                </c:pt>
                <c:pt idx="192">
                  <c:v>1.239</c:v>
                </c:pt>
                <c:pt idx="193">
                  <c:v>1.248</c:v>
                </c:pt>
                <c:pt idx="194">
                  <c:v>1.297</c:v>
                </c:pt>
                <c:pt idx="195">
                  <c:v>1.357</c:v>
                </c:pt>
                <c:pt idx="196">
                  <c:v>1.368</c:v>
                </c:pt>
                <c:pt idx="197">
                  <c:v>1.396</c:v>
                </c:pt>
                <c:pt idx="198">
                  <c:v>1.37</c:v>
                </c:pt>
                <c:pt idx="199">
                  <c:v>1.313</c:v>
                </c:pt>
                <c:pt idx="200">
                  <c:v>1.309</c:v>
                </c:pt>
                <c:pt idx="201">
                  <c:v>1.33</c:v>
                </c:pt>
                <c:pt idx="202">
                  <c:v>1.301</c:v>
                </c:pt>
                <c:pt idx="203">
                  <c:v>1.227</c:v>
                </c:pt>
                <c:pt idx="204">
                  <c:v>1.202</c:v>
                </c:pt>
                <c:pt idx="205">
                  <c:v>1.221</c:v>
                </c:pt>
                <c:pt idx="206">
                  <c:v>1.242</c:v>
                </c:pt>
                <c:pt idx="207">
                  <c:v>1.267</c:v>
                </c:pt>
                <c:pt idx="208">
                  <c:v>1.324</c:v>
                </c:pt>
                <c:pt idx="209">
                  <c:v>1.334</c:v>
                </c:pt>
                <c:pt idx="210">
                  <c:v>1.416</c:v>
                </c:pt>
                <c:pt idx="211">
                  <c:v>1.414</c:v>
                </c:pt>
                <c:pt idx="212">
                  <c:v>1.432</c:v>
                </c:pt>
                <c:pt idx="213">
                  <c:v>1.427</c:v>
                </c:pt>
                <c:pt idx="214">
                  <c:v>1.415</c:v>
                </c:pt>
                <c:pt idx="215">
                  <c:v>1.358</c:v>
                </c:pt>
                <c:pt idx="216">
                  <c:v>1.36</c:v>
                </c:pt>
                <c:pt idx="217">
                  <c:v>1.351</c:v>
                </c:pt>
                <c:pt idx="218">
                  <c:v>1.442</c:v>
                </c:pt>
                <c:pt idx="219">
                  <c:v>1.472</c:v>
                </c:pt>
                <c:pt idx="220">
                  <c:v>1.47</c:v>
                </c:pt>
                <c:pt idx="221">
                  <c:v>1.49</c:v>
                </c:pt>
                <c:pt idx="222">
                  <c:v>1.551</c:v>
                </c:pt>
                <c:pt idx="223">
                  <c:v>1.515</c:v>
                </c:pt>
                <c:pt idx="224">
                  <c:v>1.572</c:v>
                </c:pt>
                <c:pt idx="225">
                  <c:v>1.535</c:v>
                </c:pt>
                <c:pt idx="226">
                  <c:v>1.588</c:v>
                </c:pt>
                <c:pt idx="227">
                  <c:v>1.546</c:v>
                </c:pt>
                <c:pt idx="228">
                  <c:v>1.45</c:v>
                </c:pt>
                <c:pt idx="229">
                  <c:v>1.454</c:v>
                </c:pt>
                <c:pt idx="230">
                  <c:v>1.531</c:v>
                </c:pt>
                <c:pt idx="231">
                  <c:v>1.535</c:v>
                </c:pt>
                <c:pt idx="232">
                  <c:v>1.57</c:v>
                </c:pt>
                <c:pt idx="233">
                  <c:v>1.598</c:v>
                </c:pt>
                <c:pt idx="234">
                  <c:v>1.585</c:v>
                </c:pt>
                <c:pt idx="235">
                  <c:v>1.571</c:v>
                </c:pt>
                <c:pt idx="236">
                  <c:v>1.578</c:v>
                </c:pt>
                <c:pt idx="237">
                  <c:v>1.622</c:v>
                </c:pt>
                <c:pt idx="238">
                  <c:v>1.586</c:v>
                </c:pt>
                <c:pt idx="239">
                  <c:v>1.579</c:v>
                </c:pt>
                <c:pt idx="240">
                  <c:v>1.581</c:v>
                </c:pt>
                <c:pt idx="241">
                  <c:v>1.619</c:v>
                </c:pt>
                <c:pt idx="242">
                  <c:v>1.56</c:v>
                </c:pt>
                <c:pt idx="243">
                  <c:v>1.62</c:v>
                </c:pt>
                <c:pt idx="244">
                  <c:v>1.562</c:v>
                </c:pt>
                <c:pt idx="245">
                  <c:v>1.63</c:v>
                </c:pt>
                <c:pt idx="246">
                  <c:v>1.637</c:v>
                </c:pt>
                <c:pt idx="247">
                  <c:v>1.686</c:v>
                </c:pt>
                <c:pt idx="248">
                  <c:v>1.642</c:v>
                </c:pt>
                <c:pt idx="249">
                  <c:v>1.623</c:v>
                </c:pt>
                <c:pt idx="250">
                  <c:v>1.574</c:v>
                </c:pt>
                <c:pt idx="251">
                  <c:v>1.586</c:v>
                </c:pt>
                <c:pt idx="252">
                  <c:v>1.603</c:v>
                </c:pt>
                <c:pt idx="253">
                  <c:v>1.576</c:v>
                </c:pt>
                <c:pt idx="254">
                  <c:v>1.605</c:v>
                </c:pt>
                <c:pt idx="255">
                  <c:v>1.554</c:v>
                </c:pt>
                <c:pt idx="256">
                  <c:v>1.545</c:v>
                </c:pt>
                <c:pt idx="257">
                  <c:v>1.503</c:v>
                </c:pt>
                <c:pt idx="258">
                  <c:v>1.48</c:v>
                </c:pt>
                <c:pt idx="259">
                  <c:v>1.418</c:v>
                </c:pt>
                <c:pt idx="260">
                  <c:v>1.435</c:v>
                </c:pt>
                <c:pt idx="261">
                  <c:v>1.496</c:v>
                </c:pt>
                <c:pt idx="262">
                  <c:v>1.488</c:v>
                </c:pt>
                <c:pt idx="263">
                  <c:v>1.55</c:v>
                </c:pt>
                <c:pt idx="264">
                  <c:v>1.562</c:v>
                </c:pt>
                <c:pt idx="265">
                  <c:v>1.588</c:v>
                </c:pt>
                <c:pt idx="266">
                  <c:v>1.643</c:v>
                </c:pt>
                <c:pt idx="267">
                  <c:v>1.688</c:v>
                </c:pt>
                <c:pt idx="268">
                  <c:v>1.669</c:v>
                </c:pt>
                <c:pt idx="269">
                  <c:v>1.663</c:v>
                </c:pt>
                <c:pt idx="270">
                  <c:v>1.609</c:v>
                </c:pt>
                <c:pt idx="271">
                  <c:v>1.596</c:v>
                </c:pt>
                <c:pt idx="272">
                  <c:v>1.571</c:v>
                </c:pt>
                <c:pt idx="273">
                  <c:v>1.641</c:v>
                </c:pt>
                <c:pt idx="274">
                  <c:v>1.645</c:v>
                </c:pt>
                <c:pt idx="275">
                  <c:v>1.685</c:v>
                </c:pt>
                <c:pt idx="276">
                  <c:v>1.713</c:v>
                </c:pt>
                <c:pt idx="277">
                  <c:v>1.736</c:v>
                </c:pt>
                <c:pt idx="278">
                  <c:v>1.74</c:v>
                </c:pt>
                <c:pt idx="279">
                  <c:v>1.747</c:v>
                </c:pt>
                <c:pt idx="280">
                  <c:v>1.782</c:v>
                </c:pt>
                <c:pt idx="281">
                  <c:v>1.792</c:v>
                </c:pt>
                <c:pt idx="282">
                  <c:v>1.818</c:v>
                </c:pt>
                <c:pt idx="283">
                  <c:v>1.798</c:v>
                </c:pt>
                <c:pt idx="284">
                  <c:v>1.792</c:v>
                </c:pt>
                <c:pt idx="285">
                  <c:v>1.763</c:v>
                </c:pt>
                <c:pt idx="286">
                  <c:v>1.784</c:v>
                </c:pt>
                <c:pt idx="287">
                  <c:v>1.767</c:v>
                </c:pt>
                <c:pt idx="288">
                  <c:v>1.818</c:v>
                </c:pt>
                <c:pt idx="289">
                  <c:v>1.837</c:v>
                </c:pt>
                <c:pt idx="290">
                  <c:v>1.817</c:v>
                </c:pt>
                <c:pt idx="291">
                  <c:v>1.806</c:v>
                </c:pt>
                <c:pt idx="292">
                  <c:v>1.816</c:v>
                </c:pt>
                <c:pt idx="293">
                  <c:v>1.683</c:v>
                </c:pt>
                <c:pt idx="294">
                  <c:v>1.707</c:v>
                </c:pt>
                <c:pt idx="295">
                  <c:v>1.676</c:v>
                </c:pt>
                <c:pt idx="296">
                  <c:v>1.731</c:v>
                </c:pt>
                <c:pt idx="297">
                  <c:v>1.739</c:v>
                </c:pt>
                <c:pt idx="298">
                  <c:v>1.71</c:v>
                </c:pt>
                <c:pt idx="299">
                  <c:v>1.72</c:v>
                </c:pt>
                <c:pt idx="300">
                  <c:v>1.621</c:v>
                </c:pt>
                <c:pt idx="301">
                  <c:v>1.601</c:v>
                </c:pt>
                <c:pt idx="302">
                  <c:v>1.646</c:v>
                </c:pt>
                <c:pt idx="303">
                  <c:v>1.69</c:v>
                </c:pt>
                <c:pt idx="304">
                  <c:v>1.696</c:v>
                </c:pt>
                <c:pt idx="305">
                  <c:v>1.617</c:v>
                </c:pt>
                <c:pt idx="306">
                  <c:v>1.615</c:v>
                </c:pt>
                <c:pt idx="307">
                  <c:v>1.607</c:v>
                </c:pt>
                <c:pt idx="308">
                  <c:v>1.702</c:v>
                </c:pt>
                <c:pt idx="309">
                  <c:v>1.617</c:v>
                </c:pt>
                <c:pt idx="310">
                  <c:v>1.626</c:v>
                </c:pt>
                <c:pt idx="311">
                  <c:v>1.643</c:v>
                </c:pt>
                <c:pt idx="312">
                  <c:v>1.628</c:v>
                </c:pt>
                <c:pt idx="313">
                  <c:v>1.633</c:v>
                </c:pt>
                <c:pt idx="314">
                  <c:v>1.618</c:v>
                </c:pt>
                <c:pt idx="315">
                  <c:v>1.63</c:v>
                </c:pt>
                <c:pt idx="316">
                  <c:v>1.59</c:v>
                </c:pt>
                <c:pt idx="317">
                  <c:v>1.61</c:v>
                </c:pt>
                <c:pt idx="318">
                  <c:v>1.658</c:v>
                </c:pt>
                <c:pt idx="319">
                  <c:v>1.668</c:v>
                </c:pt>
                <c:pt idx="320">
                  <c:v>1.633</c:v>
                </c:pt>
                <c:pt idx="321">
                  <c:v>1.648</c:v>
                </c:pt>
                <c:pt idx="322">
                  <c:v>1.607</c:v>
                </c:pt>
                <c:pt idx="323">
                  <c:v>1.625</c:v>
                </c:pt>
                <c:pt idx="324">
                  <c:v>1.692</c:v>
                </c:pt>
                <c:pt idx="325">
                  <c:v>1.734</c:v>
                </c:pt>
                <c:pt idx="326">
                  <c:v>1.732</c:v>
                </c:pt>
                <c:pt idx="327">
                  <c:v>1.745</c:v>
                </c:pt>
                <c:pt idx="328">
                  <c:v>1.818</c:v>
                </c:pt>
                <c:pt idx="329">
                  <c:v>1.821</c:v>
                </c:pt>
                <c:pt idx="330">
                  <c:v>1.774</c:v>
                </c:pt>
                <c:pt idx="331">
                  <c:v>1.815</c:v>
                </c:pt>
                <c:pt idx="332">
                  <c:v>1.767</c:v>
                </c:pt>
                <c:pt idx="333">
                  <c:v>1.747</c:v>
                </c:pt>
                <c:pt idx="334">
                  <c:v>1.67</c:v>
                </c:pt>
                <c:pt idx="335">
                  <c:v>1.503</c:v>
                </c:pt>
                <c:pt idx="336">
                  <c:v>1.481</c:v>
                </c:pt>
                <c:pt idx="337">
                  <c:v>1.523</c:v>
                </c:pt>
                <c:pt idx="338">
                  <c:v>1.576</c:v>
                </c:pt>
                <c:pt idx="339">
                  <c:v>1.609</c:v>
                </c:pt>
                <c:pt idx="340">
                  <c:v>1.591</c:v>
                </c:pt>
                <c:pt idx="341">
                  <c:v>1.611</c:v>
                </c:pt>
                <c:pt idx="342">
                  <c:v>1.623</c:v>
                </c:pt>
                <c:pt idx="343">
                  <c:v>1.616</c:v>
                </c:pt>
                <c:pt idx="344">
                  <c:v>1.63</c:v>
                </c:pt>
                <c:pt idx="345">
                  <c:v>1.598</c:v>
                </c:pt>
                <c:pt idx="346">
                  <c:v>1.564</c:v>
                </c:pt>
                <c:pt idx="347">
                  <c:v>1.592</c:v>
                </c:pt>
                <c:pt idx="348">
                  <c:v>1.612</c:v>
                </c:pt>
                <c:pt idx="349">
                  <c:v>1.65</c:v>
                </c:pt>
                <c:pt idx="350">
                  <c:v>1.637</c:v>
                </c:pt>
                <c:pt idx="351">
                  <c:v>1.652</c:v>
                </c:pt>
                <c:pt idx="352">
                  <c:v>1.553</c:v>
                </c:pt>
                <c:pt idx="353">
                  <c:v>1.608</c:v>
                </c:pt>
                <c:pt idx="354">
                  <c:v>1.631</c:v>
                </c:pt>
                <c:pt idx="355">
                  <c:v>1.651</c:v>
                </c:pt>
                <c:pt idx="356">
                  <c:v>1.593</c:v>
                </c:pt>
                <c:pt idx="357">
                  <c:v>1.588</c:v>
                </c:pt>
                <c:pt idx="358">
                  <c:v>1.62</c:v>
                </c:pt>
                <c:pt idx="359">
                  <c:v>1.645</c:v>
                </c:pt>
                <c:pt idx="360">
                  <c:v>1.645</c:v>
                </c:pt>
                <c:pt idx="361">
                  <c:v>1.74</c:v>
                </c:pt>
                <c:pt idx="362">
                  <c:v>1.677</c:v>
                </c:pt>
                <c:pt idx="363">
                  <c:v>1.699</c:v>
                </c:pt>
                <c:pt idx="364">
                  <c:v>1.73</c:v>
                </c:pt>
                <c:pt idx="365">
                  <c:v>1.685</c:v>
                </c:pt>
                <c:pt idx="366">
                  <c:v>1.617</c:v>
                </c:pt>
                <c:pt idx="367">
                  <c:v>1.678</c:v>
                </c:pt>
                <c:pt idx="368">
                  <c:v>1.605</c:v>
                </c:pt>
                <c:pt idx="369">
                  <c:v>1.654</c:v>
                </c:pt>
                <c:pt idx="370">
                  <c:v>1.677</c:v>
                </c:pt>
                <c:pt idx="371">
                  <c:v>1.678</c:v>
                </c:pt>
                <c:pt idx="372">
                  <c:v>1.691</c:v>
                </c:pt>
                <c:pt idx="373">
                  <c:v>1.682</c:v>
                </c:pt>
                <c:pt idx="374">
                  <c:v>1.713</c:v>
                </c:pt>
                <c:pt idx="375">
                  <c:v>1.733</c:v>
                </c:pt>
                <c:pt idx="376">
                  <c:v>1.702</c:v>
                </c:pt>
                <c:pt idx="377">
                  <c:v>1.693</c:v>
                </c:pt>
                <c:pt idx="378">
                  <c:v>1.678</c:v>
                </c:pt>
                <c:pt idx="379">
                  <c:v>1.669</c:v>
                </c:pt>
                <c:pt idx="380">
                  <c:v>1.697</c:v>
                </c:pt>
                <c:pt idx="381">
                  <c:v>1.733</c:v>
                </c:pt>
                <c:pt idx="382">
                  <c:v>1.748</c:v>
                </c:pt>
                <c:pt idx="383">
                  <c:v>1.59</c:v>
                </c:pt>
                <c:pt idx="384">
                  <c:v>1.553</c:v>
                </c:pt>
                <c:pt idx="385">
                  <c:v>1.478</c:v>
                </c:pt>
                <c:pt idx="386">
                  <c:v>1.472</c:v>
                </c:pt>
                <c:pt idx="387">
                  <c:v>1.512</c:v>
                </c:pt>
                <c:pt idx="388">
                  <c:v>1.572</c:v>
                </c:pt>
                <c:pt idx="389">
                  <c:v>1.656</c:v>
                </c:pt>
                <c:pt idx="390">
                  <c:v>1.62</c:v>
                </c:pt>
                <c:pt idx="391">
                  <c:v>1.632</c:v>
                </c:pt>
                <c:pt idx="392">
                  <c:v>1.639</c:v>
                </c:pt>
                <c:pt idx="393">
                  <c:v>1.626</c:v>
                </c:pt>
                <c:pt idx="394">
                  <c:v>1.646</c:v>
                </c:pt>
                <c:pt idx="395">
                  <c:v>1.654</c:v>
                </c:pt>
                <c:pt idx="396">
                  <c:v>1.634</c:v>
                </c:pt>
                <c:pt idx="397">
                  <c:v>1.675</c:v>
                </c:pt>
                <c:pt idx="398">
                  <c:v>1.68</c:v>
                </c:pt>
                <c:pt idx="399">
                  <c:v>1.649</c:v>
                </c:pt>
                <c:pt idx="400">
                  <c:v>1.649</c:v>
                </c:pt>
                <c:pt idx="401">
                  <c:v>1.61</c:v>
                </c:pt>
                <c:pt idx="402">
                  <c:v>1.606</c:v>
                </c:pt>
                <c:pt idx="403">
                  <c:v>1.592</c:v>
                </c:pt>
                <c:pt idx="404">
                  <c:v>1.636</c:v>
                </c:pt>
                <c:pt idx="405">
                  <c:v>1.686</c:v>
                </c:pt>
                <c:pt idx="406">
                  <c:v>1.66</c:v>
                </c:pt>
                <c:pt idx="407">
                  <c:v>1.61</c:v>
                </c:pt>
                <c:pt idx="408">
                  <c:v>1.617</c:v>
                </c:pt>
                <c:pt idx="409">
                  <c:v>1.599</c:v>
                </c:pt>
                <c:pt idx="410">
                  <c:v>1.557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CAC 40</c:v>
                </c:pt>
              </c:strCache>
            </c:strRef>
          </c:tx>
          <c:spPr>
            <a:solidFill>
              <a:srgbClr val="94A3B8"/>
            </a:solidFill>
            <a:ln w="1905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Sheet1!$A$2:$A$412</c:f>
              <c:multiLvlStrCache>
                <c:ptCount val="411"/>
                <c:lvl>
                  <c:pt idx="0">
                    <c:v>2018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2019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>2020</c:v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>2021</c:v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>2022</c:v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>2023</c:v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>2024</c:v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>2025</c:v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>2026</c:v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  <c:pt idx="398">
                    <c:v/>
                  </c:pt>
                  <c:pt idx="399">
                    <c:v/>
                  </c:pt>
                  <c:pt idx="400">
                    <c:v/>
                  </c:pt>
                  <c:pt idx="401">
                    <c:v/>
                  </c:pt>
                  <c:pt idx="402">
                    <c:v/>
                  </c:pt>
                  <c:pt idx="403">
                    <c:v/>
                  </c:pt>
                  <c:pt idx="404">
                    <c:v/>
                  </c:pt>
                  <c:pt idx="405">
                    <c:v/>
                  </c:pt>
                  <c:pt idx="406">
                    <c:v/>
                  </c:pt>
                  <c:pt idx="407">
                    <c:v/>
                  </c:pt>
                  <c:pt idx="408">
                    <c:v/>
                  </c:pt>
                  <c:pt idx="409">
                    <c:v/>
                  </c:pt>
                  <c:pt idx="410">
                    <c:v/>
                  </c:pt>
                </c:lvl>
              </c:multiLvlStrCache>
            </c:multiLvlStrRef>
          </c:cat>
          <c:val>
            <c:numRef>
              <c:f>Sheet1!$E$2:$E$412</c:f>
              <c:numCache>
                <c:formatCode>General</c:formatCode>
                <c:ptCount val="411"/>
                <c:pt idx="0">
                  <c:v>1.002</c:v>
                </c:pt>
                <c:pt idx="1">
                  <c:v>1.003</c:v>
                </c:pt>
                <c:pt idx="2">
                  <c:v>0.987</c:v>
                </c:pt>
                <c:pt idx="3">
                  <c:v>0.971</c:v>
                </c:pt>
                <c:pt idx="4">
                  <c:v>0.982</c:v>
                </c:pt>
                <c:pt idx="5">
                  <c:v>0.945</c:v>
                </c:pt>
                <c:pt idx="6">
                  <c:v>0.953</c:v>
                </c:pt>
                <c:pt idx="7">
                  <c:v>0.922</c:v>
                </c:pt>
                <c:pt idx="8">
                  <c:v>0.919</c:v>
                </c:pt>
                <c:pt idx="9">
                  <c:v>0.93</c:v>
                </c:pt>
                <c:pt idx="10">
                  <c:v>0.939</c:v>
                </c:pt>
                <c:pt idx="11">
                  <c:v>0.957</c:v>
                </c:pt>
                <c:pt idx="12">
                  <c:v>0.967</c:v>
                </c:pt>
                <c:pt idx="13">
                  <c:v>0.985</c:v>
                </c:pt>
                <c:pt idx="14">
                  <c:v>0.974</c:v>
                </c:pt>
                <c:pt idx="15">
                  <c:v>1.012</c:v>
                </c:pt>
                <c:pt idx="16">
                  <c:v>1.024</c:v>
                </c:pt>
                <c:pt idx="17">
                  <c:v>1.034</c:v>
                </c:pt>
                <c:pt idx="18">
                  <c:v>1.027</c:v>
                </c:pt>
                <c:pt idx="19">
                  <c:v>1.061</c:v>
                </c:pt>
                <c:pt idx="20">
                  <c:v>1.035</c:v>
                </c:pt>
                <c:pt idx="21">
                  <c:v>1.05</c:v>
                </c:pt>
                <c:pt idx="22">
                  <c:v>1.075</c:v>
                </c:pt>
                <c:pt idx="23">
                  <c:v>1.08</c:v>
                </c:pt>
                <c:pt idx="24">
                  <c:v>1.096</c:v>
                </c:pt>
                <c:pt idx="25">
                  <c:v>1.093</c:v>
                </c:pt>
                <c:pt idx="26">
                  <c:v>1.089</c:v>
                </c:pt>
                <c:pt idx="27">
                  <c:v>1.046</c:v>
                </c:pt>
                <c:pt idx="28">
                  <c:v>1.068</c:v>
                </c:pt>
                <c:pt idx="29">
                  <c:v>1.044</c:v>
                </c:pt>
                <c:pt idx="30">
                  <c:v>1.022</c:v>
                </c:pt>
                <c:pt idx="31">
                  <c:v>1.053</c:v>
                </c:pt>
                <c:pt idx="32">
                  <c:v>1.054</c:v>
                </c:pt>
                <c:pt idx="33">
                  <c:v>1.085</c:v>
                </c:pt>
                <c:pt idx="34">
                  <c:v>1.087</c:v>
                </c:pt>
                <c:pt idx="35">
                  <c:v>1.098</c:v>
                </c:pt>
                <c:pt idx="36">
                  <c:v>1.094</c:v>
                </c:pt>
                <c:pt idx="37">
                  <c:v>1.09</c:v>
                </c:pt>
                <c:pt idx="38">
                  <c:v>1.101</c:v>
                </c:pt>
                <c:pt idx="39">
                  <c:v>1.052</c:v>
                </c:pt>
                <c:pt idx="40">
                  <c:v>1.046</c:v>
                </c:pt>
                <c:pt idx="41">
                  <c:v>1.041</c:v>
                </c:pt>
                <c:pt idx="42">
                  <c:v>1.046</c:v>
                </c:pt>
                <c:pt idx="43">
                  <c:v>1.076</c:v>
                </c:pt>
                <c:pt idx="44">
                  <c:v>1.1</c:v>
                </c:pt>
                <c:pt idx="45">
                  <c:v>1.11</c:v>
                </c:pt>
                <c:pt idx="46">
                  <c:v>1.117</c:v>
                </c:pt>
                <c:pt idx="47">
                  <c:v>1.107</c:v>
                </c:pt>
                <c:pt idx="48">
                  <c:v>1.078</c:v>
                </c:pt>
                <c:pt idx="49">
                  <c:v>1.112</c:v>
                </c:pt>
                <c:pt idx="50">
                  <c:v>1.107</c:v>
                </c:pt>
                <c:pt idx="51">
                  <c:v>1.123</c:v>
                </c:pt>
                <c:pt idx="52">
                  <c:v>1.131</c:v>
                </c:pt>
                <c:pt idx="53">
                  <c:v>1.156</c:v>
                </c:pt>
                <c:pt idx="54">
                  <c:v>1.166</c:v>
                </c:pt>
                <c:pt idx="55">
                  <c:v>1.157</c:v>
                </c:pt>
                <c:pt idx="56">
                  <c:v>1.159</c:v>
                </c:pt>
                <c:pt idx="57">
                  <c:v>1.153</c:v>
                </c:pt>
                <c:pt idx="58">
                  <c:v>1.162</c:v>
                </c:pt>
                <c:pt idx="59">
                  <c:v>1.182</c:v>
                </c:pt>
                <c:pt idx="60">
                  <c:v>1.185</c:v>
                </c:pt>
                <c:pt idx="61">
                  <c:v>1.187</c:v>
                </c:pt>
                <c:pt idx="62">
                  <c:v>1.185</c:v>
                </c:pt>
                <c:pt idx="63">
                  <c:v>1.198</c:v>
                </c:pt>
                <c:pt idx="64">
                  <c:v>1.183</c:v>
                </c:pt>
                <c:pt idx="65">
                  <c:v>1.14</c:v>
                </c:pt>
                <c:pt idx="66">
                  <c:v>1.184</c:v>
                </c:pt>
                <c:pt idx="67">
                  <c:v>1.192</c:v>
                </c:pt>
                <c:pt idx="68">
                  <c:v>1.184</c:v>
                </c:pt>
                <c:pt idx="69">
                  <c:v>1.042</c:v>
                </c:pt>
                <c:pt idx="70">
                  <c:v>1.009</c:v>
                </c:pt>
                <c:pt idx="71">
                  <c:v>0.809</c:v>
                </c:pt>
                <c:pt idx="72">
                  <c:v>0.795</c:v>
                </c:pt>
                <c:pt idx="73">
                  <c:v>0.854</c:v>
                </c:pt>
                <c:pt idx="74">
                  <c:v>0.816</c:v>
                </c:pt>
                <c:pt idx="75">
                  <c:v>0.885</c:v>
                </c:pt>
                <c:pt idx="76">
                  <c:v>0.883</c:v>
                </c:pt>
                <c:pt idx="77">
                  <c:v>0.863</c:v>
                </c:pt>
                <c:pt idx="78">
                  <c:v>0.898</c:v>
                </c:pt>
                <c:pt idx="79">
                  <c:v>0.893</c:v>
                </c:pt>
                <c:pt idx="80">
                  <c:v>0.84</c:v>
                </c:pt>
                <c:pt idx="81">
                  <c:v>0.873</c:v>
                </c:pt>
                <c:pt idx="82">
                  <c:v>0.922</c:v>
                </c:pt>
                <c:pt idx="83">
                  <c:v>1.02</c:v>
                </c:pt>
                <c:pt idx="84">
                  <c:v>0.95</c:v>
                </c:pt>
                <c:pt idx="85">
                  <c:v>0.978</c:v>
                </c:pt>
                <c:pt idx="86">
                  <c:v>0.964</c:v>
                </c:pt>
                <c:pt idx="87">
                  <c:v>0.983</c:v>
                </c:pt>
                <c:pt idx="88">
                  <c:v>0.976</c:v>
                </c:pt>
                <c:pt idx="89">
                  <c:v>0.995</c:v>
                </c:pt>
                <c:pt idx="90">
                  <c:v>0.973</c:v>
                </c:pt>
                <c:pt idx="91">
                  <c:v>0.939</c:v>
                </c:pt>
                <c:pt idx="92">
                  <c:v>0.96</c:v>
                </c:pt>
                <c:pt idx="93">
                  <c:v>0.974</c:v>
                </c:pt>
                <c:pt idx="94">
                  <c:v>0.961</c:v>
                </c:pt>
                <c:pt idx="95">
                  <c:v>0.982</c:v>
                </c:pt>
                <c:pt idx="96">
                  <c:v>0.975</c:v>
                </c:pt>
                <c:pt idx="97">
                  <c:v>0.988</c:v>
                </c:pt>
                <c:pt idx="98">
                  <c:v>0.977</c:v>
                </c:pt>
                <c:pt idx="99">
                  <c:v>0.929</c:v>
                </c:pt>
                <c:pt idx="100">
                  <c:v>0.947</c:v>
                </c:pt>
                <c:pt idx="101">
                  <c:v>0.971</c:v>
                </c:pt>
                <c:pt idx="102">
                  <c:v>0.969</c:v>
                </c:pt>
                <c:pt idx="103">
                  <c:v>0.964</c:v>
                </c:pt>
                <c:pt idx="104">
                  <c:v>0.902</c:v>
                </c:pt>
                <c:pt idx="105">
                  <c:v>0.974</c:v>
                </c:pt>
                <c:pt idx="106">
                  <c:v>1.056</c:v>
                </c:pt>
                <c:pt idx="107">
                  <c:v>1.079</c:v>
                </c:pt>
                <c:pt idx="108">
                  <c:v>1.099</c:v>
                </c:pt>
                <c:pt idx="109">
                  <c:v>1.101</c:v>
                </c:pt>
                <c:pt idx="110">
                  <c:v>1.081</c:v>
                </c:pt>
                <c:pt idx="111">
                  <c:v>1.085</c:v>
                </c:pt>
                <c:pt idx="112">
                  <c:v>1.084</c:v>
                </c:pt>
                <c:pt idx="113">
                  <c:v>1.09</c:v>
                </c:pt>
                <c:pt idx="114">
                  <c:v>1.12</c:v>
                </c:pt>
                <c:pt idx="115">
                  <c:v>1.102</c:v>
                </c:pt>
                <c:pt idx="116">
                  <c:v>1.092</c:v>
                </c:pt>
                <c:pt idx="117">
                  <c:v>1.06</c:v>
                </c:pt>
                <c:pt idx="118">
                  <c:v>1.111</c:v>
                </c:pt>
                <c:pt idx="119">
                  <c:v>1.12</c:v>
                </c:pt>
                <c:pt idx="120">
                  <c:v>1.134</c:v>
                </c:pt>
                <c:pt idx="121">
                  <c:v>1.12</c:v>
                </c:pt>
                <c:pt idx="122">
                  <c:v>1.135</c:v>
                </c:pt>
                <c:pt idx="123">
                  <c:v>1.187</c:v>
                </c:pt>
                <c:pt idx="124">
                  <c:v>1.178</c:v>
                </c:pt>
                <c:pt idx="125">
                  <c:v>1.176</c:v>
                </c:pt>
                <c:pt idx="126">
                  <c:v>1.198</c:v>
                </c:pt>
                <c:pt idx="127">
                  <c:v>1.211</c:v>
                </c:pt>
                <c:pt idx="128">
                  <c:v>1.234</c:v>
                </c:pt>
                <c:pt idx="129">
                  <c:v>1.229</c:v>
                </c:pt>
                <c:pt idx="130">
                  <c:v>1.231</c:v>
                </c:pt>
                <c:pt idx="131">
                  <c:v>1.254</c:v>
                </c:pt>
                <c:pt idx="132">
                  <c:v>1.254</c:v>
                </c:pt>
                <c:pt idx="133">
                  <c:v>1.254</c:v>
                </c:pt>
                <c:pt idx="134">
                  <c:v>1.273</c:v>
                </c:pt>
                <c:pt idx="135">
                  <c:v>1.279</c:v>
                </c:pt>
                <c:pt idx="136">
                  <c:v>1.296</c:v>
                </c:pt>
                <c:pt idx="137">
                  <c:v>1.29</c:v>
                </c:pt>
                <c:pt idx="138">
                  <c:v>1.3</c:v>
                </c:pt>
                <c:pt idx="139">
                  <c:v>1.287</c:v>
                </c:pt>
                <c:pt idx="140">
                  <c:v>1.282</c:v>
                </c:pt>
                <c:pt idx="141">
                  <c:v>1.268</c:v>
                </c:pt>
                <c:pt idx="142">
                  <c:v>1.29</c:v>
                </c:pt>
                <c:pt idx="143">
                  <c:v>1.298</c:v>
                </c:pt>
                <c:pt idx="144">
                  <c:v>1.338</c:v>
                </c:pt>
                <c:pt idx="145">
                  <c:v>1.354</c:v>
                </c:pt>
                <c:pt idx="146">
                  <c:v>1.301</c:v>
                </c:pt>
                <c:pt idx="147">
                  <c:v>1.312</c:v>
                </c:pt>
                <c:pt idx="148">
                  <c:v>1.313</c:v>
                </c:pt>
                <c:pt idx="149">
                  <c:v>1.308</c:v>
                </c:pt>
                <c:pt idx="150">
                  <c:v>1.29</c:v>
                </c:pt>
                <c:pt idx="151">
                  <c:v>1.303</c:v>
                </c:pt>
                <c:pt idx="152">
                  <c:v>1.28</c:v>
                </c:pt>
                <c:pt idx="153">
                  <c:v>1.288</c:v>
                </c:pt>
                <c:pt idx="154">
                  <c:v>1.321</c:v>
                </c:pt>
                <c:pt idx="155">
                  <c:v>1.322</c:v>
                </c:pt>
                <c:pt idx="156">
                  <c:v>1.341</c:v>
                </c:pt>
                <c:pt idx="157">
                  <c:v>1.382</c:v>
                </c:pt>
                <c:pt idx="158">
                  <c:v>1.392</c:v>
                </c:pt>
                <c:pt idx="159">
                  <c:v>1.396</c:v>
                </c:pt>
                <c:pt idx="160">
                  <c:v>1.323</c:v>
                </c:pt>
                <c:pt idx="161">
                  <c:v>1.328</c:v>
                </c:pt>
                <c:pt idx="162">
                  <c:v>1.373</c:v>
                </c:pt>
                <c:pt idx="163">
                  <c:v>1.36</c:v>
                </c:pt>
                <c:pt idx="164">
                  <c:v>1.391</c:v>
                </c:pt>
                <c:pt idx="165">
                  <c:v>1.404</c:v>
                </c:pt>
                <c:pt idx="166">
                  <c:v>1.417</c:v>
                </c:pt>
                <c:pt idx="167">
                  <c:v>1.402</c:v>
                </c:pt>
                <c:pt idx="168">
                  <c:v>1.388</c:v>
                </c:pt>
                <c:pt idx="169">
                  <c:v>1.368</c:v>
                </c:pt>
                <c:pt idx="170">
                  <c:v>1.365</c:v>
                </c:pt>
                <c:pt idx="171">
                  <c:v>1.377</c:v>
                </c:pt>
                <c:pt idx="172">
                  <c:v>1.361</c:v>
                </c:pt>
                <c:pt idx="173">
                  <c:v>1.326</c:v>
                </c:pt>
                <c:pt idx="174">
                  <c:v>1.19</c:v>
                </c:pt>
                <c:pt idx="175">
                  <c:v>1.229</c:v>
                </c:pt>
                <c:pt idx="176">
                  <c:v>1.3</c:v>
                </c:pt>
                <c:pt idx="177">
                  <c:v>1.287</c:v>
                </c:pt>
                <c:pt idx="178">
                  <c:v>1.312</c:v>
                </c:pt>
                <c:pt idx="179">
                  <c:v>1.286</c:v>
                </c:pt>
                <c:pt idx="180">
                  <c:v>1.294</c:v>
                </c:pt>
                <c:pt idx="181">
                  <c:v>1.292</c:v>
                </c:pt>
                <c:pt idx="182">
                  <c:v>1.283</c:v>
                </c:pt>
                <c:pt idx="183">
                  <c:v>1.229</c:v>
                </c:pt>
                <c:pt idx="184">
                  <c:v>1.249</c:v>
                </c:pt>
                <c:pt idx="185">
                  <c:v>1.234</c:v>
                </c:pt>
                <c:pt idx="186">
                  <c:v>1.279</c:v>
                </c:pt>
                <c:pt idx="187">
                  <c:v>1.273</c:v>
                </c:pt>
                <c:pt idx="188">
                  <c:v>1.215</c:v>
                </c:pt>
                <c:pt idx="189">
                  <c:v>1.155</c:v>
                </c:pt>
                <c:pt idx="190">
                  <c:v>1.192</c:v>
                </c:pt>
                <c:pt idx="191">
                  <c:v>1.164</c:v>
                </c:pt>
                <c:pt idx="192">
                  <c:v>1.184</c:v>
                </c:pt>
                <c:pt idx="193">
                  <c:v>1.185</c:v>
                </c:pt>
                <c:pt idx="194">
                  <c:v>1.221</c:v>
                </c:pt>
                <c:pt idx="195">
                  <c:v>1.266</c:v>
                </c:pt>
                <c:pt idx="196">
                  <c:v>1.271</c:v>
                </c:pt>
                <c:pt idx="197">
                  <c:v>1.287</c:v>
                </c:pt>
                <c:pt idx="198">
                  <c:v>1.275</c:v>
                </c:pt>
                <c:pt idx="199">
                  <c:v>1.232</c:v>
                </c:pt>
                <c:pt idx="200">
                  <c:v>1.211</c:v>
                </c:pt>
                <c:pt idx="201">
                  <c:v>1.22</c:v>
                </c:pt>
                <c:pt idx="202">
                  <c:v>1.193</c:v>
                </c:pt>
                <c:pt idx="203">
                  <c:v>1.135</c:v>
                </c:pt>
                <c:pt idx="204">
                  <c:v>1.131</c:v>
                </c:pt>
                <c:pt idx="205">
                  <c:v>1.152</c:v>
                </c:pt>
                <c:pt idx="206">
                  <c:v>1.165</c:v>
                </c:pt>
                <c:pt idx="207">
                  <c:v>1.185</c:v>
                </c:pt>
                <c:pt idx="208">
                  <c:v>1.232</c:v>
                </c:pt>
                <c:pt idx="209">
                  <c:v>1.26</c:v>
                </c:pt>
                <c:pt idx="210">
                  <c:v>1.295</c:v>
                </c:pt>
                <c:pt idx="211">
                  <c:v>1.305</c:v>
                </c:pt>
                <c:pt idx="212">
                  <c:v>1.318</c:v>
                </c:pt>
                <c:pt idx="213">
                  <c:v>1.324</c:v>
                </c:pt>
                <c:pt idx="214">
                  <c:v>1.311</c:v>
                </c:pt>
                <c:pt idx="215">
                  <c:v>1.267</c:v>
                </c:pt>
                <c:pt idx="216">
                  <c:v>1.277</c:v>
                </c:pt>
                <c:pt idx="217">
                  <c:v>1.271</c:v>
                </c:pt>
                <c:pt idx="218">
                  <c:v>1.347</c:v>
                </c:pt>
                <c:pt idx="219">
                  <c:v>1.379</c:v>
                </c:pt>
                <c:pt idx="220">
                  <c:v>1.374</c:v>
                </c:pt>
                <c:pt idx="221">
                  <c:v>1.393</c:v>
                </c:pt>
                <c:pt idx="222">
                  <c:v>1.42</c:v>
                </c:pt>
                <c:pt idx="223">
                  <c:v>1.4</c:v>
                </c:pt>
                <c:pt idx="224">
                  <c:v>1.443</c:v>
                </c:pt>
                <c:pt idx="225">
                  <c:v>1.411</c:v>
                </c:pt>
                <c:pt idx="226">
                  <c:v>1.443</c:v>
                </c:pt>
                <c:pt idx="227">
                  <c:v>1.418</c:v>
                </c:pt>
                <c:pt idx="228">
                  <c:v>1.36</c:v>
                </c:pt>
                <c:pt idx="229">
                  <c:v>1.377</c:v>
                </c:pt>
                <c:pt idx="230">
                  <c:v>1.438</c:v>
                </c:pt>
                <c:pt idx="231">
                  <c:v>1.438</c:v>
                </c:pt>
                <c:pt idx="232">
                  <c:v>1.476</c:v>
                </c:pt>
                <c:pt idx="233">
                  <c:v>1.488</c:v>
                </c:pt>
                <c:pt idx="234">
                  <c:v>1.471</c:v>
                </c:pt>
                <c:pt idx="235">
                  <c:v>1.459</c:v>
                </c:pt>
                <c:pt idx="236">
                  <c:v>1.456</c:v>
                </c:pt>
                <c:pt idx="237">
                  <c:v>1.471</c:v>
                </c:pt>
                <c:pt idx="238">
                  <c:v>1.437</c:v>
                </c:pt>
                <c:pt idx="239">
                  <c:v>1.427</c:v>
                </c:pt>
                <c:pt idx="240">
                  <c:v>1.416</c:v>
                </c:pt>
                <c:pt idx="241">
                  <c:v>1.451</c:v>
                </c:pt>
                <c:pt idx="242">
                  <c:v>1.406</c:v>
                </c:pt>
                <c:pt idx="243">
                  <c:v>1.453</c:v>
                </c:pt>
                <c:pt idx="244">
                  <c:v>1.396</c:v>
                </c:pt>
                <c:pt idx="245">
                  <c:v>1.448</c:v>
                </c:pt>
                <c:pt idx="246">
                  <c:v>1.459</c:v>
                </c:pt>
                <c:pt idx="247">
                  <c:v>1.468</c:v>
                </c:pt>
                <c:pt idx="248">
                  <c:v>1.436</c:v>
                </c:pt>
                <c:pt idx="249">
                  <c:v>1.441</c:v>
                </c:pt>
                <c:pt idx="250">
                  <c:v>1.407</c:v>
                </c:pt>
                <c:pt idx="251">
                  <c:v>1.419</c:v>
                </c:pt>
                <c:pt idx="252">
                  <c:v>1.433</c:v>
                </c:pt>
                <c:pt idx="253">
                  <c:v>1.422</c:v>
                </c:pt>
                <c:pt idx="254">
                  <c:v>1.449</c:v>
                </c:pt>
                <c:pt idx="255">
                  <c:v>1.411</c:v>
                </c:pt>
                <c:pt idx="256">
                  <c:v>1.401</c:v>
                </c:pt>
                <c:pt idx="257">
                  <c:v>1.386</c:v>
                </c:pt>
                <c:pt idx="258">
                  <c:v>1.375</c:v>
                </c:pt>
                <c:pt idx="259">
                  <c:v>1.338</c:v>
                </c:pt>
                <c:pt idx="260">
                  <c:v>1.334</c:v>
                </c:pt>
                <c:pt idx="261">
                  <c:v>1.384</c:v>
                </c:pt>
                <c:pt idx="262">
                  <c:v>1.383</c:v>
                </c:pt>
                <c:pt idx="263">
                  <c:v>1.42</c:v>
                </c:pt>
                <c:pt idx="264">
                  <c:v>1.432</c:v>
                </c:pt>
                <c:pt idx="265">
                  <c:v>1.442</c:v>
                </c:pt>
                <c:pt idx="266">
                  <c:v>1.478</c:v>
                </c:pt>
                <c:pt idx="267">
                  <c:v>1.492</c:v>
                </c:pt>
                <c:pt idx="268">
                  <c:v>1.486</c:v>
                </c:pt>
                <c:pt idx="269">
                  <c:v>1.481</c:v>
                </c:pt>
                <c:pt idx="270">
                  <c:v>1.457</c:v>
                </c:pt>
                <c:pt idx="271">
                  <c:v>1.466</c:v>
                </c:pt>
                <c:pt idx="272">
                  <c:v>1.447</c:v>
                </c:pt>
                <c:pt idx="273">
                  <c:v>1.499</c:v>
                </c:pt>
                <c:pt idx="274">
                  <c:v>1.491</c:v>
                </c:pt>
                <c:pt idx="275">
                  <c:v>1.501</c:v>
                </c:pt>
                <c:pt idx="276">
                  <c:v>1.525</c:v>
                </c:pt>
                <c:pt idx="277">
                  <c:v>1.564</c:v>
                </c:pt>
                <c:pt idx="278">
                  <c:v>1.558</c:v>
                </c:pt>
                <c:pt idx="279">
                  <c:v>1.576</c:v>
                </c:pt>
                <c:pt idx="280">
                  <c:v>1.603</c:v>
                </c:pt>
                <c:pt idx="281">
                  <c:v>1.6</c:v>
                </c:pt>
                <c:pt idx="282">
                  <c:v>1.611</c:v>
                </c:pt>
                <c:pt idx="283">
                  <c:v>1.583</c:v>
                </c:pt>
                <c:pt idx="284">
                  <c:v>1.573</c:v>
                </c:pt>
                <c:pt idx="285">
                  <c:v>1.575</c:v>
                </c:pt>
                <c:pt idx="286">
                  <c:v>1.588</c:v>
                </c:pt>
                <c:pt idx="287">
                  <c:v>1.562</c:v>
                </c:pt>
                <c:pt idx="288">
                  <c:v>1.614</c:v>
                </c:pt>
                <c:pt idx="289">
                  <c:v>1.604</c:v>
                </c:pt>
                <c:pt idx="290">
                  <c:v>1.589</c:v>
                </c:pt>
                <c:pt idx="291">
                  <c:v>1.569</c:v>
                </c:pt>
                <c:pt idx="292">
                  <c:v>1.571</c:v>
                </c:pt>
                <c:pt idx="293">
                  <c:v>1.473</c:v>
                </c:pt>
                <c:pt idx="294">
                  <c:v>1.498</c:v>
                </c:pt>
                <c:pt idx="295">
                  <c:v>1.468</c:v>
                </c:pt>
                <c:pt idx="296">
                  <c:v>1.507</c:v>
                </c:pt>
                <c:pt idx="297">
                  <c:v>1.517</c:v>
                </c:pt>
                <c:pt idx="298">
                  <c:v>1.479</c:v>
                </c:pt>
                <c:pt idx="299">
                  <c:v>1.476</c:v>
                </c:pt>
                <c:pt idx="300">
                  <c:v>1.424</c:v>
                </c:pt>
                <c:pt idx="301">
                  <c:v>1.427</c:v>
                </c:pt>
                <c:pt idx="302">
                  <c:v>1.463</c:v>
                </c:pt>
                <c:pt idx="303">
                  <c:v>1.488</c:v>
                </c:pt>
                <c:pt idx="304">
                  <c:v>1.498</c:v>
                </c:pt>
                <c:pt idx="305">
                  <c:v>1.443</c:v>
                </c:pt>
                <c:pt idx="306">
                  <c:v>1.466</c:v>
                </c:pt>
                <c:pt idx="307">
                  <c:v>1.473</c:v>
                </c:pt>
                <c:pt idx="308">
                  <c:v>1.53</c:v>
                </c:pt>
                <c:pt idx="309">
                  <c:v>1.481</c:v>
                </c:pt>
                <c:pt idx="310">
                  <c:v>1.488</c:v>
                </c:pt>
                <c:pt idx="311">
                  <c:v>1.495</c:v>
                </c:pt>
                <c:pt idx="312">
                  <c:v>1.472</c:v>
                </c:pt>
                <c:pt idx="313">
                  <c:v>1.455</c:v>
                </c:pt>
                <c:pt idx="314">
                  <c:v>1.441</c:v>
                </c:pt>
                <c:pt idx="315">
                  <c:v>1.427</c:v>
                </c:pt>
                <c:pt idx="316">
                  <c:v>1.424</c:v>
                </c:pt>
                <c:pt idx="317">
                  <c:v>1.42</c:v>
                </c:pt>
                <c:pt idx="318">
                  <c:v>1.458</c:v>
                </c:pt>
                <c:pt idx="319">
                  <c:v>1.455</c:v>
                </c:pt>
                <c:pt idx="320">
                  <c:v>1.428</c:v>
                </c:pt>
                <c:pt idx="321">
                  <c:v>1.444</c:v>
                </c:pt>
                <c:pt idx="322">
                  <c:v>1.43</c:v>
                </c:pt>
                <c:pt idx="323">
                  <c:v>1.459</c:v>
                </c:pt>
                <c:pt idx="324">
                  <c:v>1.514</c:v>
                </c:pt>
                <c:pt idx="325">
                  <c:v>1.556</c:v>
                </c:pt>
                <c:pt idx="326">
                  <c:v>1.561</c:v>
                </c:pt>
                <c:pt idx="327">
                  <c:v>1.565</c:v>
                </c:pt>
                <c:pt idx="328">
                  <c:v>1.606</c:v>
                </c:pt>
                <c:pt idx="329">
                  <c:v>1.601</c:v>
                </c:pt>
                <c:pt idx="330">
                  <c:v>1.593</c:v>
                </c:pt>
                <c:pt idx="331">
                  <c:v>1.594</c:v>
                </c:pt>
                <c:pt idx="332">
                  <c:v>1.576</c:v>
                </c:pt>
                <c:pt idx="333">
                  <c:v>1.579</c:v>
                </c:pt>
                <c:pt idx="334">
                  <c:v>1.554</c:v>
                </c:pt>
                <c:pt idx="335">
                  <c:v>1.428</c:v>
                </c:pt>
                <c:pt idx="336">
                  <c:v>1.395</c:v>
                </c:pt>
                <c:pt idx="337">
                  <c:v>1.43</c:v>
                </c:pt>
                <c:pt idx="338">
                  <c:v>1.48</c:v>
                </c:pt>
                <c:pt idx="339">
                  <c:v>1.526</c:v>
                </c:pt>
                <c:pt idx="340">
                  <c:v>1.52</c:v>
                </c:pt>
                <c:pt idx="341">
                  <c:v>1.548</c:v>
                </c:pt>
                <c:pt idx="342">
                  <c:v>1.519</c:v>
                </c:pt>
                <c:pt idx="343">
                  <c:v>1.522</c:v>
                </c:pt>
                <c:pt idx="344">
                  <c:v>1.532</c:v>
                </c:pt>
                <c:pt idx="345">
                  <c:v>1.509</c:v>
                </c:pt>
                <c:pt idx="346">
                  <c:v>1.49</c:v>
                </c:pt>
                <c:pt idx="347">
                  <c:v>1.51</c:v>
                </c:pt>
                <c:pt idx="348">
                  <c:v>1.511</c:v>
                </c:pt>
                <c:pt idx="349">
                  <c:v>1.537</c:v>
                </c:pt>
                <c:pt idx="350">
                  <c:v>1.536</c:v>
                </c:pt>
                <c:pt idx="351">
                  <c:v>1.538</c:v>
                </c:pt>
                <c:pt idx="352">
                  <c:v>1.482</c:v>
                </c:pt>
                <c:pt idx="353">
                  <c:v>1.52</c:v>
                </c:pt>
                <c:pt idx="354">
                  <c:v>1.556</c:v>
                </c:pt>
                <c:pt idx="355">
                  <c:v>1.565</c:v>
                </c:pt>
                <c:pt idx="356">
                  <c:v>1.513</c:v>
                </c:pt>
                <c:pt idx="357">
                  <c:v>1.507</c:v>
                </c:pt>
                <c:pt idx="358">
                  <c:v>1.536</c:v>
                </c:pt>
                <c:pt idx="359">
                  <c:v>1.542</c:v>
                </c:pt>
                <c:pt idx="360">
                  <c:v>1.545</c:v>
                </c:pt>
                <c:pt idx="361">
                  <c:v>1.587</c:v>
                </c:pt>
                <c:pt idx="362">
                  <c:v>1.555</c:v>
                </c:pt>
                <c:pt idx="363">
                  <c:v>1.605</c:v>
                </c:pt>
                <c:pt idx="364">
                  <c:v>1.615</c:v>
                </c:pt>
                <c:pt idx="365">
                  <c:v>1.594</c:v>
                </c:pt>
                <c:pt idx="366">
                  <c:v>1.561</c:v>
                </c:pt>
                <c:pt idx="367">
                  <c:v>1.604</c:v>
                </c:pt>
                <c:pt idx="368">
                  <c:v>1.567</c:v>
                </c:pt>
                <c:pt idx="369">
                  <c:v>1.595</c:v>
                </c:pt>
                <c:pt idx="370">
                  <c:v>1.593</c:v>
                </c:pt>
                <c:pt idx="371">
                  <c:v>1.584</c:v>
                </c:pt>
                <c:pt idx="372">
                  <c:v>1.6</c:v>
                </c:pt>
                <c:pt idx="373">
                  <c:v>1.591</c:v>
                </c:pt>
                <c:pt idx="374">
                  <c:v>1.609</c:v>
                </c:pt>
                <c:pt idx="375">
                  <c:v>1.642</c:v>
                </c:pt>
                <c:pt idx="376">
                  <c:v>1.621</c:v>
                </c:pt>
                <c:pt idx="377">
                  <c:v>1.599</c:v>
                </c:pt>
                <c:pt idx="378">
                  <c:v>1.595</c:v>
                </c:pt>
                <c:pt idx="379">
                  <c:v>1.624</c:v>
                </c:pt>
                <c:pt idx="380">
                  <c:v>1.632</c:v>
                </c:pt>
                <c:pt idx="381">
                  <c:v>1.672</c:v>
                </c:pt>
                <c:pt idx="382">
                  <c:v>1.685</c:v>
                </c:pt>
                <c:pt idx="383">
                  <c:v>1.569</c:v>
                </c:pt>
                <c:pt idx="384">
                  <c:v>1.553</c:v>
                </c:pt>
                <c:pt idx="385">
                  <c:v>1.505</c:v>
                </c:pt>
                <c:pt idx="386">
                  <c:v>1.512</c:v>
                </c:pt>
                <c:pt idx="387">
                  <c:v>1.563</c:v>
                </c:pt>
                <c:pt idx="388">
                  <c:v>1.622</c:v>
                </c:pt>
                <c:pt idx="389">
                  <c:v>1.654</c:v>
                </c:pt>
                <c:pt idx="390">
                  <c:v>1.602</c:v>
                </c:pt>
                <c:pt idx="391">
                  <c:v>1.593</c:v>
                </c:pt>
                <c:pt idx="392">
                  <c:v>1.593</c:v>
                </c:pt>
                <c:pt idx="393">
                  <c:v>1.561</c:v>
                </c:pt>
                <c:pt idx="394">
                  <c:v>1.593</c:v>
                </c:pt>
                <c:pt idx="395">
                  <c:v>1.607</c:v>
                </c:pt>
                <c:pt idx="396">
                  <c:v>1.613</c:v>
                </c:pt>
                <c:pt idx="397">
                  <c:v>1.64</c:v>
                </c:pt>
                <c:pt idx="398">
                  <c:v>1.653</c:v>
                </c:pt>
                <c:pt idx="399">
                  <c:v>1.646</c:v>
                </c:pt>
                <c:pt idx="400">
                  <c:v>1.67</c:v>
                </c:pt>
                <c:pt idx="401">
                  <c:v>1.637</c:v>
                </c:pt>
                <c:pt idx="402">
                  <c:v>1.637</c:v>
                </c:pt>
                <c:pt idx="403">
                  <c:v>1.644</c:v>
                </c:pt>
                <c:pt idx="404">
                  <c:v>1.671</c:v>
                </c:pt>
                <c:pt idx="405">
                  <c:v>1.711</c:v>
                </c:pt>
                <c:pt idx="406">
                  <c:v>1.696</c:v>
                </c:pt>
                <c:pt idx="407">
                  <c:v>1.666</c:v>
                </c:pt>
                <c:pt idx="408">
                  <c:v>1.649</c:v>
                </c:pt>
                <c:pt idx="409">
                  <c:v>1.625</c:v>
                </c:pt>
                <c:pt idx="410">
                  <c:v>1.601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.7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0.0&quot; M€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Stratégie de rebond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2019*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2026*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12.3</c:v>
                </c:pt>
                <c:pt idx="1">
                  <c:v>0.2</c:v>
                </c:pt>
                <c:pt idx="2">
                  <c:v>30</c:v>
                </c:pt>
                <c:pt idx="3">
                  <c:v>-17.6</c:v>
                </c:pt>
                <c:pt idx="4">
                  <c:v>18.5</c:v>
                </c:pt>
                <c:pt idx="5">
                  <c:v>-7.4</c:v>
                </c:pt>
                <c:pt idx="6">
                  <c:v>21.5</c:v>
                </c:pt>
                <c:pt idx="7">
                  <c:v>19.1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CAC 40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2019*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2026*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17.4</c:v>
                </c:pt>
                <c:pt idx="1">
                  <c:v>-7.1</c:v>
                </c:pt>
                <c:pt idx="2">
                  <c:v>28.9</c:v>
                </c:pt>
                <c:pt idx="3">
                  <c:v>-9.5</c:v>
                </c:pt>
                <c:pt idx="4">
                  <c:v>16.5</c:v>
                </c:pt>
                <c:pt idx="5">
                  <c:v>-2.2</c:v>
                </c:pt>
                <c:pt idx="6">
                  <c:v>10.4</c:v>
                </c:pt>
                <c:pt idx="7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projet : un modèle de Markov caché détecte le régime du CAC 40, puis on répartit un portefeuille d'actions selon leur bêta. Le fil rouge : un modèle qui, au départ, voyait le marché à l'envers.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briques : données, régimes, paniers, allocation, backtest. Le découpage 70/30 est chronologique : on ne mélange jamais passé et futur.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point de départ : en reproduisant le modèle, on mesure que les jours 'haussiers' sont en fait les pires, et les 'baissiers' les meilleurs. La question devient : pourquoi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défauts : un signal trop bruité, un indicateur non stationnaire, des étiquettes qui changent de sens, et une fuite d'information. Un modèle qui triche un peu ne peut pas être évalué honnêtement.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remplace le rendement du jour par la tendance, le niveau du spread par sa variation, on nomme les états selon leur tendance et on décode sans jamais utiliser le futur.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première version décrivait bien les grands épisodes mais trop tard. Fenêtres plus courtes et suppression du filtre : l'accord passe de 53 à 63 %.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résultat de la refonte sur toute la période : les krachs ressortent en rouge, les hausses en vert.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corrections de fond : plus d'histoire pour tester le modèle dans les crises, et une comparaison équitable avec l'indice, qui fait retomber la performance de 8 à 5,2 %.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remplace les seuils fixes par des terciles recalculés chaque mois. On a d'abord tenté une courbe ROC et un random forest : pas de signal, AUC 0,50.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moment clé : à paniers identiques, suivre les signaux du HMM coûte de l'argent. Mais faire l'inverse gagne, sur les deux périodes.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L'explication : le HMM confirme le régime quelques jours après les faits. Quand il dit baissier, on est souvent près du point 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baissier on achète le bêta élevé, en haussier on sécurise avec le bêta faible. Deux garde-fous calibrés sur l'entraînement limitent les frais et le risque.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 le test : 1,91 M€ contre 1,60 M€ pour le CAC, soit 8,5 % par an contre 6,1 %, avec la même volatilité et la même perte maximale.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faut être honnête : l'avance se joue sur deux rebonds, en 2025 et 2026. Avant, la stratégie était derrière l'indice.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page Régimes permet de zoomer sur un épisode, ici la crise de 2008, avec l'infobulle Lehman Brothers et les statistiques de la période.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limites : l'univers d'actions est choisi avec le recul de 2026, l'entraînement du HMM se fait en bloc, le résultat tient à peu d'épisodes, et l'exécution est idéalisée.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méthode compte autant que le résultat : choisir sur l'entraînement, préférer un plateau, et toujours comparer à base égale.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: le HMM ne prédit pas, il décrit avec retard, et ce retard exploité à contre-courant devient le signal. Prochaines étapes pour rendre le résultat plus robuste.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gimes_dark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2880360"/>
            <a:ext cx="9144000" cy="35021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48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qui voyait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marché à l'envers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011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régimes par HMM et allocation par bêta sur le CAC 40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M2 — septembre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projet en une image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complète, de la donnée brute au tableau de bord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572768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9264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1031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4231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+ FRED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actions, 2000-2026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920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4D399"/>
                </a:solidFill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157984" y="141732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0048" y="1572768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7004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03704" y="21031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231136" y="24231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à 3 états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haussier · neutre · baissier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1920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4D399"/>
                </a:solidFill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858768" y="141732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832" y="1572768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70832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904488" y="21031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24231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Bêta glissant 252 j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défensif · neutre · offensif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1920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4D399"/>
                </a:solidFill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5559552" y="141732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71616" y="1572768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71616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605272" y="21031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632704" y="24231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des paniers selon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probabilités du HMM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1920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4D399"/>
                </a:solidFill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7260336" y="1417320"/>
            <a:ext cx="1481328" cy="1600200"/>
          </a:xfrm>
          <a:prstGeom prst="roundRect">
            <a:avLst>
              <a:gd name="adj" fmla="val 493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1572768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306056" y="21031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333488" y="24231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Rééquilibrage mensuel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0,1 %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3291840"/>
            <a:ext cx="8229600" cy="1325880"/>
          </a:xfrm>
          <a:prstGeom prst="roundRect">
            <a:avLst>
              <a:gd name="adj" fmla="val 5517"/>
            </a:avLst>
          </a:prstGeom>
          <a:solidFill>
            <a:srgbClr val="263449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3429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chronologique 70 / 30 :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2000-2018 (bulle internet, 2008, dette euro), test 2018-2026 (COVID, 2022, Iran…). </a:t>
            </a:r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: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réglages sont choisis sur l'entraînement, le test n'est ouvert qu'une fois. Application Django, données dans DuckDB, tableau de bord web et export Power BI.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Prologue : un graphique qui ne tournait pas rond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À chaque fois que ça baisse, ça met haussier, et inversement. 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201168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classés « haussiers »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+0,6 %/an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du CAC ces jours-là (entraînement)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classés « baissiers »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606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+19,9 %/an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du CAC ces jours-là (entraînement)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977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voyait le marché presque à l'envers.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L'enquête : quatre coupables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mesuré, chacun corrigé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27048"/>
            <a:ext cx="384048" cy="38404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!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signal noyé dans le bruit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9476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rendement du jour ne distinguait pas les régimes : 0,02 écart-type d'écart entre états.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27048"/>
            <a:ext cx="384048" cy="38404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indicateur qui dérivait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194767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spread France - Allemagne sortait de sa plage (+3,6 écarts-types) : 61 % du test dans un seul état.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18688"/>
            <a:ext cx="384048" cy="38404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!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étiquettes instables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6393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47 % de l'historique changeait de nom à chaque ré-entraînement.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218688"/>
            <a:ext cx="384048" cy="38404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4632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!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œil sur le futur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36393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mensuel connu dès le 1er du mois, décodage utilisant des jours postérieurs.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Réapprendre à lire le marché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/ après la refonte du HMM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3383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Après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que le modèle 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Rendement du jour, niveau du spread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Tendance 20 j et 5 j, volatilité, variation du spread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publiées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 du mois connue le 1er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 décalé d'un mois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 des états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composite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 par tendance + alignement entre ré-entraînements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Décodage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Viterbi (regarde le futur)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Filtre forward : passé uniquement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étiquettes ne changent plus de sens qu'à 6 % d'un ré-entraînement à l'autre (contre 47 %), et un test automatique garantit que le modèle ne regarde jamais le futur.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Chasser le retard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suivait le marché avec plusieurs semaines de décalage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63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entre le régime et le sens réel de la courbe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11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53 %</a:t>
            </a:r>
            <a:pPr indent="0" marL="0">
              <a:buNone/>
            </a:pPr>
            <a:r>
              <a:rPr lang="en-US" sz="40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260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de tendance : 60 j → 20 j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de persistance de 5 j supprimé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 sur l'entraînement, vérifié sur le test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25880"/>
          <a:ext cx="4114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31520"/>
                <a:gridCol w="109728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Épisode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Baissier avant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après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Krach COVID 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Inflation 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2018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Tarifs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0" y="38404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test, le CAC fait désormais +17,3 %/an les jours « haussiers » et -1,1 %/an les jours « baissiers ».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ans de CAC 40 vus par le modèle</a:t>
            </a:r>
            <a:endParaRPr lang="en-US" sz="2800" dirty="0"/>
          </a:p>
        </p:txBody>
      </p:sp>
      <p:pic>
        <p:nvPicPr>
          <p:cNvPr id="3" name="Image 0" descr="regime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8595360" cy="3291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jour coloré par le régime détecté. Rouge dans les krachs (2002, 2008, 2011, 2020), vert dans les longues hausses.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Élargir l'horizon, jouer à armes égales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Remonter jusqu'en 2000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9164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10 ans, un seul vrai krach à l'entraînement, 3 ans de test presque haussiers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: l'entraînement traverse 2000-2003, 2008 et 2011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 affronte COVID, 2022, dissolution 2024, tarifs 2025, Iran 2026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action n'entre qu'après 252 jours de cotation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Retirer les dividendes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645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L'indice CAC 40 n'inclut pas les dividendes ; la stratégie, si.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2402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8,0 %</a:t>
            </a:r>
            <a:pPr indent="0" marL="0">
              <a:buNone/>
            </a:pPr>
            <a:r>
              <a:rPr lang="en-US" sz="38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38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5,2 %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315468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flatteur, mais honnête. Au passage : des sauts fictifs dans les cours ajustés de Yahoo (Stellantis +39 % en un jour).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paniers équilibrés : les terciles de bêta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mois, on classe les actions par bêta et on les coupe en trois tiers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72768"/>
            <a:ext cx="292608" cy="29260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51790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Défensif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bêta le plus faible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13 actions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572768"/>
            <a:ext cx="292608" cy="2926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40480" y="151790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bêta intermédiaire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13 actions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572768"/>
            <a:ext cx="292608" cy="29260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151790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Offensif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bêta le plus élevé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13 actions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263449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0632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263449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2004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seuils fixes
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 / 0,9 / 1,1 / 1,2 → 7 actions offensives en moyenne, parfois 2, et 10 actions jamais utilisées.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2004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abandonnée : la courbe ROC
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 0,50 : le bêta ne prédit pas quelle action battra le CAC. Pas de seuil « optimal » ; les terciles gagnent au backtest.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coup de théâtre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Mêmes paniers ; seule change la façon de répartir l'argent entre eux (test 2018-2026)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32588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150876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 HMM </a:t>
            </a:r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 à peine mieux que le hasard, et moins bien que de ne rien faire.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l'inverse </a:t>
            </a:r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gagne sur l'entraînement (7,1 % contre 3,6 %) comme sur le test.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retard devient un signal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défaut du modèle n'était pas de se tromper de régime,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d'arriver en retard. Et un retard, ça s'exploite.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251460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69748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HMM annonce enfin « baissier », la chute a souvent déjà eu lieu : le marché s'apprête à rebondir.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26974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+2,2 %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3383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moyenne du CAC sur les 20 séances qui suivent un jour « baissier » (test)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stratégie de rebond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joue le retour à la moyenne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45336"/>
            <a:ext cx="292608" cy="29260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4904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Baissier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offensif</a:t>
            </a:r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joue le rebond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414016"/>
            <a:ext cx="292608" cy="2926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23591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neutre</a:t>
            </a:r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reste au centre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82696"/>
            <a:ext cx="292608" cy="2926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32278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Haussier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défensif</a:t>
            </a:r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 sécurise les gains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852160" y="1325880"/>
            <a:ext cx="2834640" cy="2468880"/>
          </a:xfrm>
          <a:prstGeom prst="roundRect">
            <a:avLst>
              <a:gd name="adj" fmla="val 2963"/>
            </a:avLst>
          </a:prstGeom>
          <a:solidFill>
            <a:srgbClr val="263449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Garde-fous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187452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Lissage sur 10 jours : 22 % de frais en moins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offensif plafonné à 80 %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Calibrés sur 2000-2018 uniquement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de chaque panier = probabilité du régime correspondant. Le Sharpe variait peu entre les 12 réglages testés : on a pris celui du milieu du plateau.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verdict du test (2018-2026)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M€ investi fin 2018, sans dividendes, frais inclus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188720"/>
          <a:ext cx="5760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234440"/>
            <a:ext cx="2468880" cy="356616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8,5 %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an (CAC : 6,1 %)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0,39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(CAC : 0,26)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3657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-38 %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max., comme le CAC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une victoire tardive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annuel : stratégie de rebond contre CAC 40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188720"/>
          <a:ext cx="5760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234440"/>
            <a:ext cx="2468880" cy="356616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371600"/>
            <a:ext cx="2148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Derrière le CAC jusqu'à fin 2025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2024 : 1,32 M€ contre 1,45 M€.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rebonds font la différence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les tarifs (2025 : +21,5 %) et la guerre avec l'Iran (2026 : +19,1 %).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2019 depuis fin octobre 2018 ; 2026 jusqu'au 9 septembre.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tableau de bord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récit se lit dans l'application</a:t>
            </a:r>
            <a:endParaRPr lang="en-US" sz="1300" dirty="0"/>
          </a:p>
        </p:txBody>
      </p:sp>
      <p:pic>
        <p:nvPicPr>
          <p:cNvPr id="6" name="Image 0" descr="dashboard_regimes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5394960" cy="1911096"/>
          </a:xfrm>
          <a:prstGeom prst="rect">
            <a:avLst/>
          </a:prstGeom>
        </p:spPr>
      </p:pic>
      <p:pic>
        <p:nvPicPr>
          <p:cNvPr id="7" name="Image 1" descr="dashboard_stats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46120"/>
            <a:ext cx="5394960" cy="9235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89320" y="1234440"/>
            <a:ext cx="2743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Régimes 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zoom, 19 chocs annotés, statistiques par période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actuel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panier privilégié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stratégies superposées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réglage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changer de logique, un bouton pour tout relancer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65760" y="4297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zoom sur 2007-2009, infobulle sur la faillite de Lehman Brothers.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qu'il faut garder en tête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limites, dites franchement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1572768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de sélection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562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40 actions sont celles du CAC d'aujourd'hui : les perdants sortis de l'indice manquent, les futurs gagnants sont achetables trop tôt. La comparaison avec le CAC est flattée.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1572768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« en bloc »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85623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2000-2018, le HMM est estimé sur toute la période d'un coup : les régimes de l'entraînement sont un peu trop beaux. Le test, lui, est en walk-forward.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023360" cy="1572768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d'épisodes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9359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L'avance tient à deux rebonds ; pendant une baisse longue, la stratégie détient les actions les plus risquées (-64 % sur 2000-2018).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063240"/>
            <a:ext cx="4023360" cy="1572768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idéalisée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59359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et ordre au même cours de clôture, liquidités non rémunérées.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20624" cy="42062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règles pour ne pas se raconter d'histoires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508760"/>
            <a:ext cx="685800" cy="6858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sur le passé, vérifier une fois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546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réglage fixé sur 2000-2018 ; le test ouvert une seule fois.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508760"/>
            <a:ext cx="685800" cy="6858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0624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plateau plutôt qu'un pic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1546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réglages proches, on prend celui du milieu, pas le meilleur.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1508760"/>
            <a:ext cx="685800" cy="6858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9516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chaque brique à armes égales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1546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 qui a révélé l'effet des dividendes et l'échec de la logique suiveuse.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tests automatiques, dont un qui vérifie que le modèle ne regarde jamais le futur.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départ, on voulait un modèle qui prédise le marché.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ne le prédit pas : il le décrit avec retard.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c'est ce retard, pris à contre-pied,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est devenu notre meilleur signal.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8046720" cy="1325880"/>
          </a:xfrm>
          <a:prstGeom prst="roundRect">
            <a:avLst>
              <a:gd name="adj" fmla="val 55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383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794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historique du CAC 40 · walk-forward dès 2005 · exécution le lendemain du signal · comparaison au CAC 40 dividendes réinvestis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modèle qui voyait le marché à l'envers</dc:title>
  <dc:subject>PptxGenJS Presentation</dc:subject>
  <dc:creator>PptxGenJS</dc:creator>
  <cp:lastModifiedBy>PptxGenJS</cp:lastModifiedBy>
  <cp:revision>1</cp:revision>
  <dcterms:created xsi:type="dcterms:W3CDTF">2026-09-25T08:00:00Z</dcterms:created>
  <dcterms:modified xsi:type="dcterms:W3CDTF">2026-09-25T08:00:00Z</dcterms:modified>
</cp:coreProperties>
</file>